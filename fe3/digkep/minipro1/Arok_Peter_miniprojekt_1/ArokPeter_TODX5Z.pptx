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1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30EFC-C299-3159-0D1B-3EDC5EB2C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7500D-AED7-3631-EB86-3B71966559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B788C-83D4-EAFE-C219-E2A5E6E5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573FA-CED9-4276-ADFB-3CCDB58DC525}" type="datetimeFigureOut">
              <a:rPr lang="en-US" smtClean="0"/>
              <a:t>2026-09-21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8DA5F-0E18-9D13-42F2-8FD1634F4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9740E-95B5-1676-F1E4-557EE722F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79B8-D16B-4536-B60C-C5BD5C961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51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AE6B9-535B-D693-B07D-A028CCD4B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58526-16C5-A01F-1B69-B6EC978D1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AEA78-49D8-7A40-32C2-4B64752EB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573FA-CED9-4276-ADFB-3CCDB58DC525}" type="datetimeFigureOut">
              <a:rPr lang="en-US" smtClean="0"/>
              <a:t>2026-09-21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152D6-0022-7F98-658F-C955D9925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D3D05-4F63-623A-9DC6-A4F3ED603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79B8-D16B-4536-B60C-C5BD5C961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60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C810-1F4A-8010-2213-89622CAC9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1AEE0-C40C-0B29-B941-2ED3362C3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988AF-B60F-B26E-6911-9C1F4A3F9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573FA-CED9-4276-ADFB-3CCDB58DC525}" type="datetimeFigureOut">
              <a:rPr lang="en-US" smtClean="0"/>
              <a:t>2026-09-21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5513F-9824-3878-23AC-0A360817A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D4DFA-DDB0-8D27-6606-28A6B8685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79B8-D16B-4536-B60C-C5BD5C961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954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682F3-2051-04E4-6B52-E45950BB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2FE9C-DC0E-436C-4646-3EC872B9EF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A72379-278A-A680-E556-FAEBEBFCC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BF54F-EA28-EC35-61DE-D353F46D6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573FA-CED9-4276-ADFB-3CCDB58DC525}" type="datetimeFigureOut">
              <a:rPr lang="en-US" smtClean="0"/>
              <a:t>2026-09-21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A3E54-DE9B-2F53-D8BC-BC9F630CB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74636-9C7F-5692-8917-07D5654C7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79B8-D16B-4536-B60C-C5BD5C961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88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BA0EB-199E-A339-489E-3D74841F1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47375-6B7F-03BB-4E90-F47EC69B0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231DD-C7F8-E5A0-3892-5B0CC4352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9FD91E-5E63-03C3-3EFF-576A1B01F5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7D5FE9-3C4C-2B37-5F89-F039BB45F4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E4DE75-AA57-AF45-709C-D10BB92DC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573FA-CED9-4276-ADFB-3CCDB58DC525}" type="datetimeFigureOut">
              <a:rPr lang="en-US" smtClean="0"/>
              <a:t>2026-09-21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E042D5-B5F3-D356-929A-BD037A393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E7B1F1-9648-81CD-5766-84719462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79B8-D16B-4536-B60C-C5BD5C961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9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0C7E4-3162-DF3E-9F3F-7DA284EF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A86546-5990-B228-D1B1-99E6B51EE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573FA-CED9-4276-ADFB-3CCDB58DC525}" type="datetimeFigureOut">
              <a:rPr lang="en-US" smtClean="0"/>
              <a:t>2026-09-21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94C090-D5FD-F0C0-28E5-43FDF7DC0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AD3F1-E560-B802-958E-EFE778F53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79B8-D16B-4536-B60C-C5BD5C961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17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032BA0-755C-A7C3-1ED6-EA4D929E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573FA-CED9-4276-ADFB-3CCDB58DC525}" type="datetimeFigureOut">
              <a:rPr lang="en-US" smtClean="0"/>
              <a:t>2026-09-21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44D5E-E905-26B8-1976-EB55808C8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09910-836E-0640-4AA5-00255D98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79B8-D16B-4536-B60C-C5BD5C961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54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C4B19-0EA5-6CDC-3F5F-B37CB3BC7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6568B-A4EC-2B76-B789-BB45A5753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27729-2107-7E7D-F730-877C88705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2C009-81A8-52B4-87D8-79632095C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573FA-CED9-4276-ADFB-3CCDB58DC525}" type="datetimeFigureOut">
              <a:rPr lang="en-US" smtClean="0"/>
              <a:t>2026-09-21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DACB8-B969-4C1D-7325-5D37F5D41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0486F-B8EF-5269-D775-BE7CE738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79B8-D16B-4536-B60C-C5BD5C961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31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13AC0-B1D6-FF83-F83B-F23EC6C10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64ED5D-D923-473D-04EC-38CD874AF5B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3E93E-584C-0820-192E-43A877D26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E583E-8CC4-2CCD-6987-6B7097C6D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573FA-CED9-4276-ADFB-3CCDB58DC525}" type="datetimeFigureOut">
              <a:rPr lang="en-US" smtClean="0"/>
              <a:t>2026-09-21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3FA45-C54C-F82A-461B-5638824A1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0FDE9-C75A-CA56-7DAB-B1E12AC92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79B8-D16B-4536-B60C-C5BD5C961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665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FBEE0-A0B7-D16D-D996-2D69F1E6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B1B86-1667-C9AD-4BA9-101A645B9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A517B-C727-BB7E-A05E-05D359739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573FA-CED9-4276-ADFB-3CCDB58DC525}" type="datetimeFigureOut">
              <a:rPr lang="en-US" smtClean="0"/>
              <a:t>2026-09-21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1939D-89CC-E604-590B-2DBA2FDBC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DAE74-6846-0C01-8392-B51033D9F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79B8-D16B-4536-B60C-C5BD5C961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357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BA3AF5-9C4C-F605-39FA-B29233FE5A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B45CA8-C710-87C0-31CA-8F6BE5F3F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EAD54-0D47-5BC3-8AD0-C7494D6ED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573FA-CED9-4276-ADFB-3CCDB58DC525}" type="datetimeFigureOut">
              <a:rPr lang="en-US" smtClean="0"/>
              <a:t>2026-09-21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1469D-0834-47DC-8660-074556C7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D6FDE-50A8-52EE-723C-5E0606C95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F79B8-D16B-4536-B60C-C5BD5C961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19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CA5253-A6A6-27B7-B9B2-3DF3609C9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A9C1E-3CE5-08D9-97EB-EAE46F18B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60F98-D58A-DF80-890C-2D428410EB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6573FA-CED9-4276-ADFB-3CCDB58DC525}" type="datetimeFigureOut">
              <a:rPr lang="en-US" smtClean="0"/>
              <a:t>2026-09-21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61BAA-4133-DE8E-ED2A-12D0841EB0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0D003-13A4-B056-7D04-A61E359F5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6F79B8-D16B-4536-B60C-C5BD5C961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218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museum.cornell.edu/objects/695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280C8-BA82-7E50-CCA8-D59B8F6B0D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Tesztkép</a:t>
            </a:r>
            <a:r>
              <a:rPr lang="en-US" dirty="0"/>
              <a:t> </a:t>
            </a:r>
            <a:r>
              <a:rPr lang="en-US" dirty="0" err="1"/>
              <a:t>gyűjtemény</a:t>
            </a:r>
            <a:r>
              <a:rPr lang="en-US" dirty="0"/>
              <a:t> </a:t>
            </a:r>
            <a:r>
              <a:rPr lang="en-US" dirty="0" err="1"/>
              <a:t>képfeldolgozás</a:t>
            </a:r>
            <a:r>
              <a:rPr lang="en-US" dirty="0"/>
              <a:t> </a:t>
            </a:r>
            <a:r>
              <a:rPr lang="en-US" dirty="0" err="1"/>
              <a:t>gyakorlatra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E20BCA-5036-3B67-F0BD-8F24AA0DC8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Árok</a:t>
            </a:r>
            <a:r>
              <a:rPr lang="en-US" dirty="0"/>
              <a:t> Péter</a:t>
            </a:r>
            <a:endParaRPr lang="en-US" b="0" dirty="0">
              <a:effectLst/>
            </a:endParaRPr>
          </a:p>
          <a:p>
            <a:r>
              <a:rPr lang="en-US" dirty="0"/>
              <a:t>TODX5Z</a:t>
            </a:r>
            <a:endParaRPr lang="en-US" b="0" dirty="0">
              <a:effectLst/>
            </a:endParaRPr>
          </a:p>
          <a:p>
            <a:r>
              <a:rPr lang="en-US" dirty="0"/>
              <a:t>2026. </a:t>
            </a:r>
            <a:r>
              <a:rPr lang="en-US" dirty="0" err="1"/>
              <a:t>őszi</a:t>
            </a:r>
            <a:r>
              <a:rPr lang="en-US" dirty="0"/>
              <a:t> </a:t>
            </a:r>
            <a:r>
              <a:rPr lang="en-US" dirty="0" err="1"/>
              <a:t>szemeszter</a:t>
            </a:r>
            <a:endParaRPr 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0239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DDD7A-9E82-B06F-5C16-24042AA29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1. Képernyőkép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DA180E-9CD8-56EA-D174-5DA56EF987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90688"/>
            <a:ext cx="4394855" cy="33071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AECE99F-E8A2-4F61-DC11-C59D5AD727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349" y="1690688"/>
            <a:ext cx="4885881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10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FCCB7-EC3B-1BA1-6E0D-334AFE566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2. portré/arckép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C2F1B9-88CA-97AE-0A6F-005DEA6283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12" y="3429000"/>
            <a:ext cx="5015749" cy="28225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493EBE-4EB7-1ECB-D928-26A960ED1FBB}"/>
              </a:ext>
            </a:extLst>
          </p:cNvPr>
          <p:cNvSpPr txBox="1"/>
          <p:nvPr/>
        </p:nvSpPr>
        <p:spPr>
          <a:xfrm>
            <a:off x="190501" y="6251576"/>
            <a:ext cx="7753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https://www.ndtv.com/world-news/elon-musk-waves-chainsaw-on-stage-celebrating-trumps-cost-cutting-efforts-7758934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91BA865-E3D8-AFA7-8838-AE4CDFE5E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841" y="1027906"/>
            <a:ext cx="2869592" cy="35718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C6B93A6-9529-225F-1D1E-D241D7E06071}"/>
              </a:ext>
            </a:extLst>
          </p:cNvPr>
          <p:cNvSpPr txBox="1"/>
          <p:nvPr/>
        </p:nvSpPr>
        <p:spPr>
          <a:xfrm>
            <a:off x="6096000" y="4840288"/>
            <a:ext cx="9801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linkClick r:id="rId4"/>
              </a:rPr>
              <a:t>https://emuseum.cornell.edu/objects/6950/</a:t>
            </a:r>
            <a:r>
              <a:rPr lang="en-US" sz="1200" dirty="0"/>
              <a:t>the-peoples-commissar-of-defense-joseph-stalin?ctx=ed452a0da9c1f5fa21e42ebcd08da153de87678e&amp;idx=0</a:t>
            </a:r>
          </a:p>
        </p:txBody>
      </p:sp>
    </p:spTree>
    <p:extLst>
      <p:ext uri="{BB962C8B-B14F-4D97-AF65-F5344CB8AC3E}">
        <p14:creationId xmlns:p14="http://schemas.microsoft.com/office/powerpoint/2010/main" val="3814601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C6559-DDB6-81BA-A6D3-072A69DE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3. Épületen belül készült fotó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D6BAB6-934E-294B-53AA-0199A69E3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75" y="1690688"/>
            <a:ext cx="3263503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65CDEE-1F6B-C6FF-C4FC-DF6B2C7B2C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100" y="2133600"/>
            <a:ext cx="4521200" cy="3390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751D01-B3AC-3F50-AB8C-07E41181B1D7}"/>
              </a:ext>
            </a:extLst>
          </p:cNvPr>
          <p:cNvSpPr txBox="1"/>
          <p:nvPr/>
        </p:nvSpPr>
        <p:spPr>
          <a:xfrm>
            <a:off x="6881379" y="5672694"/>
            <a:ext cx="3280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Ott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asztalom</a:t>
            </a:r>
            <a:r>
              <a:rPr lang="en-US" dirty="0"/>
              <a:t> a </a:t>
            </a:r>
            <a:r>
              <a:rPr lang="en-US" dirty="0" err="1"/>
              <a:t>csatlakoz</a:t>
            </a:r>
            <a:r>
              <a:rPr lang="hu-HU" dirty="0"/>
              <a:t>ó alatt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396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90BCDF-808B-71EC-36E3-BE84F1F5D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" y="1219200"/>
            <a:ext cx="5384800" cy="4038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5B133F-EEBD-B6C9-BAEA-DD26E31A0C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100" y="2428875"/>
            <a:ext cx="433070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272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B36D5-68A7-B069-078A-66964BE15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4. Utcakép/tájkép - normál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8EDAE6-9AAD-C3B4-B0B9-2894E25E55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58" y="1899046"/>
            <a:ext cx="3043767" cy="2282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89A60D-5073-9EB0-C245-27DE11A65D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847850"/>
            <a:ext cx="4953000" cy="3714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40D3BE-D5E1-D2F4-55D6-A02905F002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76" y="4164807"/>
            <a:ext cx="3590924" cy="2693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25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3C8FF-6425-03D7-7C7F-FDBA6F33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5. Utcakép/tájkép - gyenge fény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D928B6-3A98-9FCA-57F9-9DD60CD95C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40" y="1600200"/>
            <a:ext cx="3803651" cy="2852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38084C-60B2-D42D-C845-AB7CBAF90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036343" y="2193132"/>
            <a:ext cx="4019550" cy="301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654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F2A20-73DF-B23F-D255-4DC5E1177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6. Könyv kép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327552-EF58-D527-2390-F99C18D4B8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7763" y="2684066"/>
            <a:ext cx="4352925" cy="3264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801ED8-B665-A65D-27B7-FD15BC32E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47184" y="1982392"/>
            <a:ext cx="4505325" cy="337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559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2D5EE-ED83-FFCE-DDFC-3331416C9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7. Közüzemi/műszerfal fotó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9DCC3F-7E0E-67F3-3EA2-5A408FFEF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2200274"/>
            <a:ext cx="4572000" cy="3429000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8016F287-ED26-DD50-B6D7-FB5CFF1784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117" y="2624138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740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D27A2-618C-984B-569E-50CE64F9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8. Színes plakát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C5A0F1D-AB1B-A02C-B887-B3C321E76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481637" y="1385887"/>
            <a:ext cx="4914901" cy="36861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5A3021C-6AFB-62BD-5528-0A30448A18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42887" y="2192337"/>
            <a:ext cx="491490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04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1FC89-31F8-61DD-41F7-7A088DD34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9. Társasjáték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1D360B-AA49-D86B-E5D2-89080240B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694885" y="1691879"/>
            <a:ext cx="4352925" cy="3264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2862E5-FA02-4874-991C-2012A69A2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306" y="2937668"/>
            <a:ext cx="4514850" cy="338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397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A603C-42DB-D637-9E13-0B67D9CC4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10. Autó fotó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6A261E-C62F-9E87-E038-428238CF4C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2552700"/>
            <a:ext cx="4908162" cy="36909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0B0D29-B590-D030-458C-1D9449FED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46556"/>
            <a:ext cx="5418022" cy="409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78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1515</TotalTime>
  <Words>100</Words>
  <Application>Microsoft Office PowerPoint</Application>
  <PresentationFormat>Widescreen</PresentationFormat>
  <Paragraphs>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Tesztkép gyűjtemény képfeldolgozás gyakorlatra</vt:lpstr>
      <vt:lpstr>1. Képernyőkép</vt:lpstr>
      <vt:lpstr>2. portré/arckép</vt:lpstr>
      <vt:lpstr>3. Épületen belül készült fotó</vt:lpstr>
      <vt:lpstr>PowerPoint Presentation</vt:lpstr>
      <vt:lpstr>4. Utcakép/tájkép - normál</vt:lpstr>
      <vt:lpstr>5. Utcakép/tájkép - gyenge fény</vt:lpstr>
      <vt:lpstr>6. Könyv kép</vt:lpstr>
      <vt:lpstr>7. Közüzemi/műszerfal fotó</vt:lpstr>
      <vt:lpstr>8. Színes plakát</vt:lpstr>
      <vt:lpstr>9. Társasjáték</vt:lpstr>
      <vt:lpstr>10. Autó fotó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4</cp:revision>
  <dcterms:created xsi:type="dcterms:W3CDTF">2026-09-21T16:43:38Z</dcterms:created>
  <dcterms:modified xsi:type="dcterms:W3CDTF">2026-09-22T17:58:51Z</dcterms:modified>
</cp:coreProperties>
</file>