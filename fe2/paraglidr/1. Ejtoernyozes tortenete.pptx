
<file path=[Content_Types].xml><?xml version="1.0" encoding="utf-8"?>
<Types xmlns="http://schemas.openxmlformats.org/package/2006/content-types">
  <Default Extension="png" ContentType="image/png"/>
  <Default Extension="bin" ContentType="application/vnd.openxmlformats-officedocument.oleObject"/>
  <Default Extension="jpeg" ContentType="image/jpeg"/>
  <Default Extension="wmf" ContentType="image/x-wmf"/>
  <Default Extension="rels" ContentType="application/vnd.openxmlformats-package.relationships+xml"/>
  <Default Extension="xml" ContentType="application/xml"/>
  <Default Extension="vml" ContentType="application/vnd.openxmlformats-officedocument.vmlDrawing"/>
  <Default Extension="gif" ContentType="image/gif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63" r:id="rId1"/>
  </p:sldMasterIdLst>
  <p:sldIdLst>
    <p:sldId id="256" r:id="rId2"/>
    <p:sldId id="258" r:id="rId3"/>
    <p:sldId id="259" r:id="rId4"/>
    <p:sldId id="260" r:id="rId5"/>
    <p:sldId id="264" r:id="rId6"/>
    <p:sldId id="261" r:id="rId7"/>
    <p:sldId id="262" r:id="rId8"/>
    <p:sldId id="263" r:id="rId9"/>
    <p:sldId id="265" r:id="rId10"/>
    <p:sldId id="266" r:id="rId11"/>
    <p:sldId id="277" r:id="rId12"/>
    <p:sldId id="278" r:id="rId13"/>
    <p:sldId id="280" r:id="rId14"/>
    <p:sldId id="279" r:id="rId15"/>
    <p:sldId id="269" r:id="rId16"/>
    <p:sldId id="270" r:id="rId17"/>
    <p:sldId id="267" r:id="rId18"/>
    <p:sldId id="268" r:id="rId19"/>
    <p:sldId id="273" r:id="rId20"/>
    <p:sldId id="274" r:id="rId21"/>
    <p:sldId id="271" r:id="rId22"/>
    <p:sldId id="272" r:id="rId23"/>
    <p:sldId id="275" r:id="rId24"/>
    <p:sldId id="276" r:id="rId25"/>
  </p:sldIdLst>
  <p:sldSz cx="9144000" cy="6858000" type="screen4x3"/>
  <p:notesSz cx="6858000" cy="9144000"/>
  <p:defaultTextStyle>
    <a:defPPr>
      <a:defRPr lang="hu-HU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69" d="100"/>
          <a:sy n="69" d="100"/>
        </p:scale>
        <p:origin x="-1416" y="-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viewProps" Target="viewProps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35.wmf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Címd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338" name="Rectangle 2"/>
          <p:cNvSpPr>
            <a:spLocks noGrp="1" noRot="1" noChangeArrowheads="1"/>
          </p:cNvSpPr>
          <p:nvPr>
            <p:ph type="ctrTitle"/>
          </p:nvPr>
        </p:nvSpPr>
        <p:spPr>
          <a:xfrm>
            <a:off x="685800" y="1981200"/>
            <a:ext cx="7772400" cy="1600200"/>
          </a:xfrm>
        </p:spPr>
        <p:txBody>
          <a:bodyPr/>
          <a:lstStyle>
            <a:lvl1pPr>
              <a:defRPr/>
            </a:lvl1pPr>
          </a:lstStyle>
          <a:p>
            <a:r>
              <a:rPr lang="hu-HU"/>
              <a:t>Mintacím szerkesztése</a:t>
            </a:r>
          </a:p>
        </p:txBody>
      </p:sp>
      <p:sp>
        <p:nvSpPr>
          <p:cNvPr id="142339" name="Rectangle 3"/>
          <p:cNvSpPr>
            <a:spLocks noGrp="1" noRot="1" noChangeArrowheads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Font typeface="Wingdings" pitchFamily="2" charset="2"/>
              <a:buNone/>
              <a:defRPr/>
            </a:lvl1pPr>
          </a:lstStyle>
          <a:p>
            <a:r>
              <a:rPr lang="hu-HU"/>
              <a:t>Alcím mintájának szerkesztése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hu-HU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hu-HU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6183978-20E1-4CA9-AE93-39F4FEF98E81}" type="slidenum">
              <a:rPr lang="hu-HU"/>
              <a:pPr>
                <a:defRPr/>
              </a:pPr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387911144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Cím és tartal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smtClean="0"/>
              <a:t>Mintacím szerkesztése</a:t>
            </a:r>
            <a:endParaRPr lang="hu-HU"/>
          </a:p>
        </p:txBody>
      </p:sp>
      <p:sp>
        <p:nvSpPr>
          <p:cNvPr id="3" name="Tartalom helye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hu-HU" smtClean="0"/>
              <a:t>Mintaszöveg szerkesztése</a:t>
            </a:r>
          </a:p>
          <a:p>
            <a:pPr lvl="1"/>
            <a:r>
              <a:rPr lang="hu-HU" smtClean="0"/>
              <a:t>Második szint</a:t>
            </a:r>
          </a:p>
          <a:p>
            <a:pPr lvl="2"/>
            <a:r>
              <a:rPr lang="hu-HU" smtClean="0"/>
              <a:t>Harmadik szint</a:t>
            </a:r>
          </a:p>
          <a:p>
            <a:pPr lvl="3"/>
            <a:r>
              <a:rPr lang="hu-HU" smtClean="0"/>
              <a:t>Negyedik szint</a:t>
            </a:r>
          </a:p>
          <a:p>
            <a:pPr lvl="4"/>
            <a:r>
              <a:rPr lang="hu-HU" smtClean="0"/>
              <a:t>Ötödik szint</a:t>
            </a:r>
            <a:endParaRPr lang="hu-HU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hu-HU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hu-HU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E4C0ABF-DC0D-412F-B7C6-B9E0D429A43D}" type="slidenum">
              <a:rPr lang="hu-HU"/>
              <a:pPr>
                <a:defRPr/>
              </a:pPr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88751727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zakaszfejléc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hu-HU" smtClean="0"/>
              <a:t>Mintacím szerkesztése</a:t>
            </a:r>
            <a:endParaRPr lang="hu-HU"/>
          </a:p>
        </p:txBody>
      </p:sp>
      <p:sp>
        <p:nvSpPr>
          <p:cNvPr id="3" name="Szöveg helye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hu-HU" smtClean="0"/>
              <a:t>Mintaszöveg szerkesztése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hu-HU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hu-HU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19BCD6A-8DED-4E22-B3B5-FEDBC2DB4275}" type="slidenum">
              <a:rPr lang="hu-HU"/>
              <a:pPr>
                <a:defRPr/>
              </a:pPr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22917381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tartalomrész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smtClean="0"/>
              <a:t>Mintacím szerkesztése</a:t>
            </a:r>
            <a:endParaRPr lang="hu-HU"/>
          </a:p>
        </p:txBody>
      </p:sp>
      <p:sp>
        <p:nvSpPr>
          <p:cNvPr id="3" name="Tartalom helye 2"/>
          <p:cNvSpPr>
            <a:spLocks noGrp="1"/>
          </p:cNvSpPr>
          <p:nvPr>
            <p:ph sz="half" idx="1"/>
          </p:nvPr>
        </p:nvSpPr>
        <p:spPr>
          <a:xfrm>
            <a:off x="301625" y="1676400"/>
            <a:ext cx="4194175" cy="442277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hu-HU" smtClean="0"/>
              <a:t>Mintaszöveg szerkesztése</a:t>
            </a:r>
          </a:p>
          <a:p>
            <a:pPr lvl="1"/>
            <a:r>
              <a:rPr lang="hu-HU" smtClean="0"/>
              <a:t>Második szint</a:t>
            </a:r>
          </a:p>
          <a:p>
            <a:pPr lvl="2"/>
            <a:r>
              <a:rPr lang="hu-HU" smtClean="0"/>
              <a:t>Harmadik szint</a:t>
            </a:r>
          </a:p>
          <a:p>
            <a:pPr lvl="3"/>
            <a:r>
              <a:rPr lang="hu-HU" smtClean="0"/>
              <a:t>Negyedik szint</a:t>
            </a:r>
          </a:p>
          <a:p>
            <a:pPr lvl="4"/>
            <a:r>
              <a:rPr lang="hu-HU" smtClean="0"/>
              <a:t>Ötödik szint</a:t>
            </a:r>
            <a:endParaRPr lang="hu-HU"/>
          </a:p>
        </p:txBody>
      </p:sp>
      <p:sp>
        <p:nvSpPr>
          <p:cNvPr id="4" name="Tartalom helye 3"/>
          <p:cNvSpPr>
            <a:spLocks noGrp="1"/>
          </p:cNvSpPr>
          <p:nvPr>
            <p:ph sz="half" idx="2"/>
          </p:nvPr>
        </p:nvSpPr>
        <p:spPr>
          <a:xfrm>
            <a:off x="4648200" y="1676400"/>
            <a:ext cx="4194175" cy="442277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hu-HU" smtClean="0"/>
              <a:t>Mintaszöveg szerkesztése</a:t>
            </a:r>
          </a:p>
          <a:p>
            <a:pPr lvl="1"/>
            <a:r>
              <a:rPr lang="hu-HU" smtClean="0"/>
              <a:t>Második szint</a:t>
            </a:r>
          </a:p>
          <a:p>
            <a:pPr lvl="2"/>
            <a:r>
              <a:rPr lang="hu-HU" smtClean="0"/>
              <a:t>Harmadik szint</a:t>
            </a:r>
          </a:p>
          <a:p>
            <a:pPr lvl="3"/>
            <a:r>
              <a:rPr lang="hu-HU" smtClean="0"/>
              <a:t>Negyedik szint</a:t>
            </a:r>
          </a:p>
          <a:p>
            <a:pPr lvl="4"/>
            <a:r>
              <a:rPr lang="hu-HU" smtClean="0"/>
              <a:t>Ötödik szint</a:t>
            </a:r>
            <a:endParaRPr lang="hu-HU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hu-HU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hu-HU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9ADD32A-83E7-4C58-BD0D-B26F318FA17A}" type="slidenum">
              <a:rPr lang="hu-HU"/>
              <a:pPr>
                <a:defRPr/>
              </a:pPr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6796538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Összehasonlítá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hu-HU" smtClean="0"/>
              <a:t>Mintacím szerkesztése</a:t>
            </a:r>
            <a:endParaRPr lang="hu-HU"/>
          </a:p>
        </p:txBody>
      </p:sp>
      <p:sp>
        <p:nvSpPr>
          <p:cNvPr id="3" name="Szöveg helye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u-HU" smtClean="0"/>
              <a:t>Mintaszöveg szerkesztése</a:t>
            </a:r>
          </a:p>
        </p:txBody>
      </p:sp>
      <p:sp>
        <p:nvSpPr>
          <p:cNvPr id="4" name="Tartalom helye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hu-HU" smtClean="0"/>
              <a:t>Mintaszöveg szerkesztése</a:t>
            </a:r>
          </a:p>
          <a:p>
            <a:pPr lvl="1"/>
            <a:r>
              <a:rPr lang="hu-HU" smtClean="0"/>
              <a:t>Második szint</a:t>
            </a:r>
          </a:p>
          <a:p>
            <a:pPr lvl="2"/>
            <a:r>
              <a:rPr lang="hu-HU" smtClean="0"/>
              <a:t>Harmadik szint</a:t>
            </a:r>
          </a:p>
          <a:p>
            <a:pPr lvl="3"/>
            <a:r>
              <a:rPr lang="hu-HU" smtClean="0"/>
              <a:t>Negyedik szint</a:t>
            </a:r>
          </a:p>
          <a:p>
            <a:pPr lvl="4"/>
            <a:r>
              <a:rPr lang="hu-HU" smtClean="0"/>
              <a:t>Ötödik szint</a:t>
            </a:r>
            <a:endParaRPr lang="hu-HU"/>
          </a:p>
        </p:txBody>
      </p:sp>
      <p:sp>
        <p:nvSpPr>
          <p:cNvPr id="5" name="Szöveg helye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u-HU" smtClean="0"/>
              <a:t>Mintaszöveg szerkesztése</a:t>
            </a:r>
          </a:p>
        </p:txBody>
      </p:sp>
      <p:sp>
        <p:nvSpPr>
          <p:cNvPr id="6" name="Tartalom helye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hu-HU" smtClean="0"/>
              <a:t>Mintaszöveg szerkesztése</a:t>
            </a:r>
          </a:p>
          <a:p>
            <a:pPr lvl="1"/>
            <a:r>
              <a:rPr lang="hu-HU" smtClean="0"/>
              <a:t>Második szint</a:t>
            </a:r>
          </a:p>
          <a:p>
            <a:pPr lvl="2"/>
            <a:r>
              <a:rPr lang="hu-HU" smtClean="0"/>
              <a:t>Harmadik szint</a:t>
            </a:r>
          </a:p>
          <a:p>
            <a:pPr lvl="3"/>
            <a:r>
              <a:rPr lang="hu-HU" smtClean="0"/>
              <a:t>Negyedik szint</a:t>
            </a:r>
          </a:p>
          <a:p>
            <a:pPr lvl="4"/>
            <a:r>
              <a:rPr lang="hu-HU" smtClean="0"/>
              <a:t>Ötödik szint</a:t>
            </a:r>
            <a:endParaRPr lang="hu-HU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hu-HU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hu-HU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73B37D2-58FC-4C3A-B4E2-A81A7DF71AAF}" type="slidenum">
              <a:rPr lang="hu-HU"/>
              <a:pPr>
                <a:defRPr/>
              </a:pPr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395070389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Csak cí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smtClean="0"/>
              <a:t>Mintacím szerkesztése</a:t>
            </a:r>
            <a:endParaRPr lang="hu-HU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hu-HU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hu-HU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4642AAB-3F2B-4AC3-8FAD-AA48B44ED27B}" type="slidenum">
              <a:rPr lang="hu-HU"/>
              <a:pPr>
                <a:defRPr/>
              </a:pPr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243474527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Ür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hu-HU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hu-HU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08581C1-9CBE-4B64-8F1F-B87DAB15EF0A}" type="slidenum">
              <a:rPr lang="hu-HU"/>
              <a:pPr>
                <a:defRPr/>
              </a:pPr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25167444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Tartalomrész képaláíráss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hu-HU" smtClean="0"/>
              <a:t>Mintacím szerkesztése</a:t>
            </a:r>
            <a:endParaRPr lang="hu-HU"/>
          </a:p>
        </p:txBody>
      </p:sp>
      <p:sp>
        <p:nvSpPr>
          <p:cNvPr id="3" name="Tartalom helye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hu-HU" smtClean="0"/>
              <a:t>Mintaszöveg szerkesztése</a:t>
            </a:r>
          </a:p>
          <a:p>
            <a:pPr lvl="1"/>
            <a:r>
              <a:rPr lang="hu-HU" smtClean="0"/>
              <a:t>Második szint</a:t>
            </a:r>
          </a:p>
          <a:p>
            <a:pPr lvl="2"/>
            <a:r>
              <a:rPr lang="hu-HU" smtClean="0"/>
              <a:t>Harmadik szint</a:t>
            </a:r>
          </a:p>
          <a:p>
            <a:pPr lvl="3"/>
            <a:r>
              <a:rPr lang="hu-HU" smtClean="0"/>
              <a:t>Negyedik szint</a:t>
            </a:r>
          </a:p>
          <a:p>
            <a:pPr lvl="4"/>
            <a:r>
              <a:rPr lang="hu-HU" smtClean="0"/>
              <a:t>Ötödik szint</a:t>
            </a:r>
            <a:endParaRPr lang="hu-HU"/>
          </a:p>
        </p:txBody>
      </p:sp>
      <p:sp>
        <p:nvSpPr>
          <p:cNvPr id="4" name="Szöveg helye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hu-HU" smtClean="0"/>
              <a:t>Mintaszöveg szerkesztése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hu-HU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hu-HU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C518F97-F25F-47E1-854E-22A3A23F23B9}" type="slidenum">
              <a:rPr lang="hu-HU"/>
              <a:pPr>
                <a:defRPr/>
              </a:pPr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76251876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Kép képaláíráss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hu-HU" smtClean="0"/>
              <a:t>Mintacím szerkesztése</a:t>
            </a:r>
            <a:endParaRPr lang="hu-HU"/>
          </a:p>
        </p:txBody>
      </p:sp>
      <p:sp>
        <p:nvSpPr>
          <p:cNvPr id="3" name="Kép helye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hu-HU" noProof="0"/>
          </a:p>
        </p:txBody>
      </p:sp>
      <p:sp>
        <p:nvSpPr>
          <p:cNvPr id="4" name="Szöveg helye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hu-HU" smtClean="0"/>
              <a:t>Mintaszöveg szerkesztése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hu-HU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hu-HU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6D1FC81-A7BA-4855-9BD5-A536E36A7C1D}" type="slidenum">
              <a:rPr lang="hu-HU"/>
              <a:pPr>
                <a:defRPr/>
              </a:pPr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361276777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Cím és függőleges szöve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smtClean="0"/>
              <a:t>Mintacím szerkesztése</a:t>
            </a:r>
            <a:endParaRPr lang="hu-HU"/>
          </a:p>
        </p:txBody>
      </p:sp>
      <p:sp>
        <p:nvSpPr>
          <p:cNvPr id="3" name="Függőleges szöveg helye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hu-HU" smtClean="0"/>
              <a:t>Mintaszöveg szerkesztése</a:t>
            </a:r>
          </a:p>
          <a:p>
            <a:pPr lvl="1"/>
            <a:r>
              <a:rPr lang="hu-HU" smtClean="0"/>
              <a:t>Második szint</a:t>
            </a:r>
          </a:p>
          <a:p>
            <a:pPr lvl="2"/>
            <a:r>
              <a:rPr lang="hu-HU" smtClean="0"/>
              <a:t>Harmadik szint</a:t>
            </a:r>
          </a:p>
          <a:p>
            <a:pPr lvl="3"/>
            <a:r>
              <a:rPr lang="hu-HU" smtClean="0"/>
              <a:t>Negyedik szint</a:t>
            </a:r>
          </a:p>
          <a:p>
            <a:pPr lvl="4"/>
            <a:r>
              <a:rPr lang="hu-HU" smtClean="0"/>
              <a:t>Ötödik szint</a:t>
            </a:r>
            <a:endParaRPr lang="hu-HU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hu-HU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hu-HU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A8869A6-D62E-474D-B324-8FAF5A660A26}" type="slidenum">
              <a:rPr lang="hu-HU"/>
              <a:pPr>
                <a:defRPr/>
              </a:pPr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323265839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Függőleges cím és szöve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üggőleges cím 1"/>
          <p:cNvSpPr>
            <a:spLocks noGrp="1"/>
          </p:cNvSpPr>
          <p:nvPr>
            <p:ph type="title" orient="vert"/>
          </p:nvPr>
        </p:nvSpPr>
        <p:spPr>
          <a:xfrm>
            <a:off x="6707188" y="228600"/>
            <a:ext cx="2135187" cy="5870575"/>
          </a:xfrm>
        </p:spPr>
        <p:txBody>
          <a:bodyPr vert="eaVert"/>
          <a:lstStyle/>
          <a:p>
            <a:r>
              <a:rPr lang="hu-HU" smtClean="0"/>
              <a:t>Mintacím szerkesztése</a:t>
            </a:r>
            <a:endParaRPr lang="hu-HU"/>
          </a:p>
        </p:txBody>
      </p:sp>
      <p:sp>
        <p:nvSpPr>
          <p:cNvPr id="3" name="Függőleges szöveg helye 2"/>
          <p:cNvSpPr>
            <a:spLocks noGrp="1"/>
          </p:cNvSpPr>
          <p:nvPr>
            <p:ph type="body" orient="vert" idx="1"/>
          </p:nvPr>
        </p:nvSpPr>
        <p:spPr>
          <a:xfrm>
            <a:off x="301625" y="228600"/>
            <a:ext cx="6253163" cy="5870575"/>
          </a:xfrm>
        </p:spPr>
        <p:txBody>
          <a:bodyPr vert="eaVert"/>
          <a:lstStyle/>
          <a:p>
            <a:pPr lvl="0"/>
            <a:r>
              <a:rPr lang="hu-HU" smtClean="0"/>
              <a:t>Mintaszöveg szerkesztése</a:t>
            </a:r>
          </a:p>
          <a:p>
            <a:pPr lvl="1"/>
            <a:r>
              <a:rPr lang="hu-HU" smtClean="0"/>
              <a:t>Második szint</a:t>
            </a:r>
          </a:p>
          <a:p>
            <a:pPr lvl="2"/>
            <a:r>
              <a:rPr lang="hu-HU" smtClean="0"/>
              <a:t>Harmadik szint</a:t>
            </a:r>
          </a:p>
          <a:p>
            <a:pPr lvl="3"/>
            <a:r>
              <a:rPr lang="hu-HU" smtClean="0"/>
              <a:t>Negyedik szint</a:t>
            </a:r>
          </a:p>
          <a:p>
            <a:pPr lvl="4"/>
            <a:r>
              <a:rPr lang="hu-HU" smtClean="0"/>
              <a:t>Ötödik szint</a:t>
            </a:r>
            <a:endParaRPr lang="hu-HU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hu-HU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hu-HU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0D535B3-58E2-41DF-A25A-B98D9D155EB6}" type="slidenum">
              <a:rPr lang="hu-HU"/>
              <a:pPr>
                <a:defRPr/>
              </a:pPr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192566962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13">
            <a:lum/>
          </a:blip>
          <a:srcRect/>
          <a:stretch>
            <a:fillRect t="-2000" b="-2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314" name="Rectangle 2"/>
          <p:cNvSpPr>
            <a:spLocks noGrp="1" noRot="1" noChangeArrowheads="1"/>
          </p:cNvSpPr>
          <p:nvPr>
            <p:ph type="title"/>
          </p:nvPr>
        </p:nvSpPr>
        <p:spPr bwMode="auto">
          <a:xfrm>
            <a:off x="301625" y="228600"/>
            <a:ext cx="8510588" cy="13255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hu-HU" smtClean="0"/>
              <a:t>Mintacím szerkesztése</a:t>
            </a:r>
          </a:p>
        </p:txBody>
      </p:sp>
      <p:sp>
        <p:nvSpPr>
          <p:cNvPr id="141315" name="Rectangle 3"/>
          <p:cNvSpPr>
            <a:spLocks noGrp="1" noRot="1" noChangeArrowheads="1"/>
          </p:cNvSpPr>
          <p:nvPr>
            <p:ph type="body" idx="1"/>
          </p:nvPr>
        </p:nvSpPr>
        <p:spPr bwMode="auto">
          <a:xfrm>
            <a:off x="301625" y="1676400"/>
            <a:ext cx="8540750" cy="44227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hu-HU" smtClean="0"/>
              <a:t>Mintaszöveg szerkesztése</a:t>
            </a:r>
          </a:p>
          <a:p>
            <a:pPr lvl="1"/>
            <a:r>
              <a:rPr lang="hu-HU" smtClean="0"/>
              <a:t>Második szint</a:t>
            </a:r>
          </a:p>
          <a:p>
            <a:pPr lvl="2"/>
            <a:r>
              <a:rPr lang="hu-HU" smtClean="0"/>
              <a:t>Harmadik szint</a:t>
            </a:r>
          </a:p>
          <a:p>
            <a:pPr lvl="3"/>
            <a:r>
              <a:rPr lang="hu-HU" smtClean="0"/>
              <a:t>Negyedik szint</a:t>
            </a:r>
          </a:p>
          <a:p>
            <a:pPr lvl="4"/>
            <a:r>
              <a:rPr lang="hu-HU" smtClean="0"/>
              <a:t>Ötödik szint</a:t>
            </a:r>
          </a:p>
        </p:txBody>
      </p:sp>
      <p:sp>
        <p:nvSpPr>
          <p:cNvPr id="141316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304800" y="6245225"/>
            <a:ext cx="22860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400">
                <a:effectLst>
                  <a:outerShdw blurRad="38100" dist="38100" dir="2700000" algn="tl">
                    <a:srgbClr val="000000"/>
                  </a:outerShdw>
                </a:effectLst>
              </a:defRPr>
            </a:lvl1pPr>
          </a:lstStyle>
          <a:p>
            <a:pPr>
              <a:defRPr/>
            </a:pPr>
            <a:endParaRPr lang="hu-HU"/>
          </a:p>
        </p:txBody>
      </p:sp>
      <p:sp>
        <p:nvSpPr>
          <p:cNvPr id="141317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ctr">
              <a:defRPr sz="1400">
                <a:effectLst>
                  <a:outerShdw blurRad="38100" dist="38100" dir="2700000" algn="tl">
                    <a:srgbClr val="000000"/>
                  </a:outerShdw>
                </a:effectLst>
              </a:defRPr>
            </a:lvl1pPr>
          </a:lstStyle>
          <a:p>
            <a:pPr>
              <a:defRPr/>
            </a:pPr>
            <a:endParaRPr lang="hu-HU"/>
          </a:p>
        </p:txBody>
      </p:sp>
      <p:sp>
        <p:nvSpPr>
          <p:cNvPr id="141318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5225"/>
            <a:ext cx="22860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400">
                <a:effectLst>
                  <a:outerShdw blurRad="38100" dist="38100" dir="2700000" algn="tl">
                    <a:srgbClr val="000000"/>
                  </a:outerShdw>
                </a:effectLst>
              </a:defRPr>
            </a:lvl1pPr>
          </a:lstStyle>
          <a:p>
            <a:pPr>
              <a:defRPr/>
            </a:pPr>
            <a:fld id="{AB991606-E9CC-496D-876C-0937992779BD}" type="slidenum">
              <a:rPr lang="hu-HU"/>
              <a:pPr>
                <a:defRPr/>
              </a:pPr>
              <a:t>‹#›</a:t>
            </a:fld>
            <a:endParaRPr lang="hu-HU"/>
          </a:p>
        </p:txBody>
      </p:sp>
    </p:spTree>
  </p:cSld>
  <p:clrMap bg1="dk2" tx1="lt1" bg2="dk1" tx2="lt2" accent1="accent1" accent2="accent2" accent3="accent3" accent4="accent4" accent5="accent5" accent6="accent6" hlink="hlink" folHlink="folHlink"/>
  <p:sldLayoutIdLst>
    <p:sldLayoutId id="2147483764" r:id="rId1"/>
    <p:sldLayoutId id="2147483765" r:id="rId2"/>
    <p:sldLayoutId id="2147483766" r:id="rId3"/>
    <p:sldLayoutId id="2147483767" r:id="rId4"/>
    <p:sldLayoutId id="2147483768" r:id="rId5"/>
    <p:sldLayoutId id="2147483769" r:id="rId6"/>
    <p:sldLayoutId id="2147483770" r:id="rId7"/>
    <p:sldLayoutId id="2147483771" r:id="rId8"/>
    <p:sldLayoutId id="2147483772" r:id="rId9"/>
    <p:sldLayoutId id="2147483773" r:id="rId10"/>
    <p:sldLayoutId id="2147483774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Arial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Arial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Arial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Arial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Arial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Arial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Arial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Arial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hlink"/>
        </a:buClr>
        <a:buFont typeface="Wingdings" pitchFamily="2" charset="2"/>
        <a:buChar char="§"/>
        <a:defRPr sz="32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chemeClr val="hlink"/>
        </a:buClr>
        <a:buFont typeface="Wingdings" pitchFamily="2" charset="2"/>
        <a:buChar char="§"/>
        <a:defRPr sz="24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lr>
          <a:schemeClr val="hlink"/>
        </a:buClr>
        <a:buFont typeface="Wingdings" pitchFamily="2" charset="2"/>
        <a:buChar char="§"/>
        <a:defRPr sz="20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lr>
          <a:schemeClr val="hlink"/>
        </a:buClr>
        <a:buFont typeface="Wingdings" pitchFamily="2" charset="2"/>
        <a:buChar char="§"/>
        <a:defRPr sz="20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lr>
          <a:schemeClr val="hlink"/>
        </a:buClr>
        <a:buFont typeface="Wingdings" pitchFamily="2" charset="2"/>
        <a:buChar char="§"/>
        <a:defRPr sz="20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lr>
          <a:schemeClr val="hlink"/>
        </a:buClr>
        <a:buFont typeface="Wingdings" pitchFamily="2" charset="2"/>
        <a:buChar char="§"/>
        <a:defRPr sz="20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lr>
          <a:schemeClr val="hlink"/>
        </a:buClr>
        <a:buFont typeface="Wingdings" pitchFamily="2" charset="2"/>
        <a:buChar char="§"/>
        <a:defRPr sz="20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</a:defRPr>
      </a:lvl9pPr>
    </p:bodyStyle>
    <p:otherStyle>
      <a:defPPr>
        <a:defRPr lang="hu-H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jpe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eg"/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eg"/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3.jpe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jpeg"/><Relationship Id="rId2" Type="http://schemas.openxmlformats.org/officeDocument/2006/relationships/image" Target="../media/image14.jpe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e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jpeg"/><Relationship Id="rId2" Type="http://schemas.openxmlformats.org/officeDocument/2006/relationships/image" Target="../media/image17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9.jpe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jpeg"/><Relationship Id="rId7" Type="http://schemas.openxmlformats.org/officeDocument/2006/relationships/image" Target="../media/image25.jpeg"/><Relationship Id="rId2" Type="http://schemas.openxmlformats.org/officeDocument/2006/relationships/image" Target="../media/image20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4.jpeg"/><Relationship Id="rId5" Type="http://schemas.openxmlformats.org/officeDocument/2006/relationships/image" Target="../media/image23.jpeg"/><Relationship Id="rId4" Type="http://schemas.openxmlformats.org/officeDocument/2006/relationships/image" Target="../media/image22.jpe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jpeg"/><Relationship Id="rId7" Type="http://schemas.openxmlformats.org/officeDocument/2006/relationships/image" Target="../media/image31.jpeg"/><Relationship Id="rId2" Type="http://schemas.openxmlformats.org/officeDocument/2006/relationships/image" Target="../media/image26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0.jpeg"/><Relationship Id="rId5" Type="http://schemas.openxmlformats.org/officeDocument/2006/relationships/image" Target="../media/image29.jpeg"/><Relationship Id="rId4" Type="http://schemas.openxmlformats.org/officeDocument/2006/relationships/image" Target="../media/image28.jpe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jpeg"/><Relationship Id="rId2" Type="http://schemas.openxmlformats.org/officeDocument/2006/relationships/image" Target="../media/image32.jpe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jpe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jpeg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.vml"/><Relationship Id="rId5" Type="http://schemas.openxmlformats.org/officeDocument/2006/relationships/image" Target="../media/image35.wmf"/><Relationship Id="rId4" Type="http://schemas.openxmlformats.org/officeDocument/2006/relationships/oleObject" Target="../embeddings/oleObject1.bin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jpeg"/><Relationship Id="rId2" Type="http://schemas.openxmlformats.org/officeDocument/2006/relationships/image" Target="../media/image37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9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jpeg"/><Relationship Id="rId2" Type="http://schemas.openxmlformats.org/officeDocument/2006/relationships/image" Target="../media/image40.jpe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jpeg"/><Relationship Id="rId2" Type="http://schemas.openxmlformats.org/officeDocument/2006/relationships/image" Target="../media/image42.jpe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jpeg"/><Relationship Id="rId2" Type="http://schemas.openxmlformats.org/officeDocument/2006/relationships/image" Target="../media/image44.jpe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gif"/><Relationship Id="rId2" Type="http://schemas.openxmlformats.org/officeDocument/2006/relationships/image" Target="../media/image46.jpe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.jpeg"/><Relationship Id="rId2" Type="http://schemas.openxmlformats.org/officeDocument/2006/relationships/image" Target="../media/image48.jpe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hyperlink" Target="http://www.youtube.com/watch?v=TWfph3iNC-k&amp;list=PL489803A33C1FFA5E&amp;index=9" TargetMode="External"/><Relationship Id="rId2" Type="http://schemas.openxmlformats.org/officeDocument/2006/relationships/hyperlink" Target="http://www.youtube.com/watch?v=I4U6T_BB1N8" TargetMode="Externa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0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Grp="1" noRot="1" noChangeArrowheads="1"/>
          </p:cNvSpPr>
          <p:nvPr>
            <p:ph type="ctrTitle"/>
          </p:nvPr>
        </p:nvSpPr>
        <p:spPr>
          <a:xfrm>
            <a:off x="827584" y="4581128"/>
            <a:ext cx="7772400" cy="1600200"/>
          </a:xfrm>
          <a:solidFill>
            <a:schemeClr val="tx1">
              <a:alpha val="38000"/>
            </a:schemeClr>
          </a:solidFill>
        </p:spPr>
        <p:txBody>
          <a:bodyPr/>
          <a:lstStyle/>
          <a:p>
            <a:pPr eaLnBrk="1" hangingPunct="1">
              <a:defRPr/>
            </a:pPr>
            <a:r>
              <a:rPr lang="hu-HU" dirty="0">
                <a:solidFill>
                  <a:schemeClr val="bg2">
                    <a:lumMod val="50000"/>
                  </a:schemeClr>
                </a:solidFill>
              </a:rPr>
              <a:t>Az ejtőernyőzés elmélete és gyakorlata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22" name="Picture 5" descr="letöltés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59788" y="1556792"/>
            <a:ext cx="5400675" cy="36401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45410" name="Rectangle 2"/>
          <p:cNvSpPr>
            <a:spLocks noGrp="1" noRot="1" noChangeArrowheads="1"/>
          </p:cNvSpPr>
          <p:nvPr>
            <p:ph type="title"/>
          </p:nvPr>
        </p:nvSpPr>
        <p:spPr>
          <a:xfrm>
            <a:off x="404831" y="188640"/>
            <a:ext cx="8510588" cy="968375"/>
          </a:xfrm>
          <a:solidFill>
            <a:schemeClr val="tx1">
              <a:alpha val="50000"/>
            </a:schemeClr>
          </a:solidFill>
        </p:spPr>
        <p:txBody>
          <a:bodyPr/>
          <a:lstStyle/>
          <a:p>
            <a:pPr eaLnBrk="1" hangingPunct="1">
              <a:defRPr/>
            </a:pPr>
            <a:r>
              <a:rPr lang="hu-HU" dirty="0">
                <a:solidFill>
                  <a:schemeClr val="bg2">
                    <a:lumMod val="50000"/>
                  </a:schemeClr>
                </a:solidFill>
              </a:rPr>
              <a:t>I. Az ejtőernyőzés története</a:t>
            </a:r>
          </a:p>
        </p:txBody>
      </p:sp>
      <p:sp>
        <p:nvSpPr>
          <p:cNvPr id="145411" name="Rectangle 3"/>
          <p:cNvSpPr>
            <a:spLocks noGrp="1" noRot="1" noChangeArrowheads="1"/>
          </p:cNvSpPr>
          <p:nvPr>
            <p:ph type="body" idx="1"/>
          </p:nvPr>
        </p:nvSpPr>
        <p:spPr>
          <a:xfrm>
            <a:off x="338136" y="5445224"/>
            <a:ext cx="8540750" cy="1152525"/>
          </a:xfrm>
          <a:solidFill>
            <a:schemeClr val="tx1">
              <a:alpha val="57000"/>
            </a:schemeClr>
          </a:solidFill>
        </p:spPr>
        <p:txBody>
          <a:bodyPr/>
          <a:lstStyle/>
          <a:p>
            <a:pPr marL="812800" indent="-812800" algn="ctr" eaLnBrk="1" hangingPunct="1">
              <a:lnSpc>
                <a:spcPct val="80000"/>
              </a:lnSpc>
              <a:buFont typeface="Wingdings" pitchFamily="2" charset="2"/>
              <a:buNone/>
              <a:defRPr/>
            </a:pPr>
            <a:r>
              <a:rPr lang="hu-HU" sz="2800" dirty="0">
                <a:solidFill>
                  <a:schemeClr val="bg2">
                    <a:lumMod val="50000"/>
                  </a:schemeClr>
                </a:solidFill>
                <a:effectLst/>
              </a:rPr>
              <a:t>Ajánlott irodalom:</a:t>
            </a:r>
          </a:p>
          <a:p>
            <a:pPr marL="812800" indent="-812800" eaLnBrk="1" hangingPunct="1">
              <a:lnSpc>
                <a:spcPct val="80000"/>
              </a:lnSpc>
              <a:buFont typeface="Wingdings" pitchFamily="2" charset="2"/>
              <a:buNone/>
              <a:defRPr/>
            </a:pPr>
            <a:r>
              <a:rPr lang="hu-HU" sz="1800" dirty="0">
                <a:solidFill>
                  <a:schemeClr val="bg2">
                    <a:lumMod val="50000"/>
                  </a:schemeClr>
                </a:solidFill>
                <a:effectLst/>
              </a:rPr>
              <a:t>Háy György: A repülés megszállottai, </a:t>
            </a:r>
            <a:r>
              <a:rPr lang="hu-HU" sz="1800" dirty="0" err="1">
                <a:solidFill>
                  <a:schemeClr val="bg2">
                    <a:lumMod val="50000"/>
                  </a:schemeClr>
                </a:solidFill>
                <a:effectLst/>
              </a:rPr>
              <a:t>Typotex</a:t>
            </a:r>
            <a:r>
              <a:rPr lang="hu-HU" sz="1800" dirty="0">
                <a:solidFill>
                  <a:schemeClr val="bg2">
                    <a:lumMod val="50000"/>
                  </a:schemeClr>
                </a:solidFill>
                <a:effectLst/>
              </a:rPr>
              <a:t>, 2009</a:t>
            </a:r>
          </a:p>
          <a:p>
            <a:pPr marL="812800" indent="-812800" eaLnBrk="1" hangingPunct="1">
              <a:lnSpc>
                <a:spcPct val="80000"/>
              </a:lnSpc>
              <a:buFont typeface="Wingdings" pitchFamily="2" charset="2"/>
              <a:buNone/>
              <a:defRPr/>
            </a:pPr>
            <a:r>
              <a:rPr lang="hu-HU" sz="1800" dirty="0">
                <a:solidFill>
                  <a:schemeClr val="bg2">
                    <a:lumMod val="50000"/>
                  </a:schemeClr>
                </a:solidFill>
                <a:effectLst/>
              </a:rPr>
              <a:t>Bödők Zsigmond: Magyar feltalálók a repülés történetében, Nap Kiadó, 2002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458" name="Rectangle 2"/>
          <p:cNvSpPr>
            <a:spLocks noGrp="1" noRot="1" noChangeArrowheads="1"/>
          </p:cNvSpPr>
          <p:nvPr>
            <p:ph type="title"/>
          </p:nvPr>
        </p:nvSpPr>
        <p:spPr>
          <a:solidFill>
            <a:schemeClr val="tx1">
              <a:alpha val="50000"/>
            </a:schemeClr>
          </a:solidFill>
        </p:spPr>
        <p:txBody>
          <a:bodyPr/>
          <a:lstStyle/>
          <a:p>
            <a:pPr eaLnBrk="1" hangingPunct="1">
              <a:defRPr/>
            </a:pPr>
            <a:r>
              <a:rPr lang="hu-HU" dirty="0">
                <a:solidFill>
                  <a:schemeClr val="bg2">
                    <a:lumMod val="50000"/>
                  </a:schemeClr>
                </a:solidFill>
                <a:effectLst/>
              </a:rPr>
              <a:t>Kötelező irodalom</a:t>
            </a:r>
          </a:p>
        </p:txBody>
      </p:sp>
      <p:sp>
        <p:nvSpPr>
          <p:cNvPr id="147459" name="Rectangle 3"/>
          <p:cNvSpPr>
            <a:spLocks noGrp="1" noRot="1" noChangeArrowheads="1"/>
          </p:cNvSpPr>
          <p:nvPr>
            <p:ph type="body" idx="1"/>
          </p:nvPr>
        </p:nvSpPr>
        <p:spPr>
          <a:xfrm>
            <a:off x="323850" y="1916113"/>
            <a:ext cx="8540750" cy="2616200"/>
          </a:xfrm>
          <a:solidFill>
            <a:schemeClr val="tx1">
              <a:alpha val="50000"/>
            </a:schemeClr>
          </a:solidFill>
        </p:spPr>
        <p:txBody>
          <a:bodyPr/>
          <a:lstStyle/>
          <a:p>
            <a:pPr eaLnBrk="1" hangingPunct="1">
              <a:buFont typeface="Wingdings" pitchFamily="2" charset="2"/>
              <a:buNone/>
              <a:defRPr/>
            </a:pPr>
            <a:r>
              <a:rPr lang="hu-HU" i="1" dirty="0">
                <a:solidFill>
                  <a:schemeClr val="bg2">
                    <a:lumMod val="50000"/>
                  </a:schemeClr>
                </a:solidFill>
                <a:effectLst/>
              </a:rPr>
              <a:t>„ A szédülés másvalami, mint az eséstől való félelem. A szédülés azt jelenti, hogy az alattunk lévő mélység vonz minket, a zuhanás vágyát kelti fel bennünk, melynek aztán rémülten ellenszegülünk.”</a:t>
            </a:r>
          </a:p>
        </p:txBody>
      </p:sp>
      <p:sp>
        <p:nvSpPr>
          <p:cNvPr id="147460" name="Rectangle 4"/>
          <p:cNvSpPr>
            <a:spLocks noRot="1" noChangeArrowheads="1"/>
          </p:cNvSpPr>
          <p:nvPr/>
        </p:nvSpPr>
        <p:spPr bwMode="auto">
          <a:xfrm>
            <a:off x="323850" y="5084763"/>
            <a:ext cx="8540750" cy="576262"/>
          </a:xfrm>
          <a:prstGeom prst="rect">
            <a:avLst/>
          </a:prstGeom>
          <a:solidFill>
            <a:schemeClr val="tx1">
              <a:alpha val="50000"/>
            </a:schemeClr>
          </a:solidFill>
          <a:ln w="9525">
            <a:noFill/>
            <a:miter lim="800000"/>
            <a:headEnd/>
            <a:tailEnd/>
          </a:ln>
          <a:effectLst/>
        </p:spPr>
        <p:txBody>
          <a:bodyPr/>
          <a:lstStyle/>
          <a:p>
            <a:pPr marL="342900" indent="-342900">
              <a:spcBef>
                <a:spcPct val="20000"/>
              </a:spcBef>
              <a:buClr>
                <a:schemeClr val="hlink"/>
              </a:buClr>
              <a:buFont typeface="Wingdings" pitchFamily="2" charset="2"/>
              <a:buNone/>
              <a:defRPr/>
            </a:pPr>
            <a:r>
              <a:rPr lang="hu-HU" sz="2800">
                <a:solidFill>
                  <a:schemeClr val="bg2">
                    <a:lumMod val="50000"/>
                  </a:schemeClr>
                </a:solidFill>
              </a:rPr>
              <a:t>Milan Kundera: A lét elviselhetetlen könnyűsége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484" name="Rectangle 4"/>
          <p:cNvSpPr>
            <a:spLocks noGrp="1" noRot="1" noChangeArrowheads="1"/>
          </p:cNvSpPr>
          <p:nvPr>
            <p:ph type="title"/>
          </p:nvPr>
        </p:nvSpPr>
        <p:spPr>
          <a:solidFill>
            <a:schemeClr val="tx1">
              <a:alpha val="50000"/>
            </a:schemeClr>
          </a:solidFill>
        </p:spPr>
        <p:txBody>
          <a:bodyPr/>
          <a:lstStyle/>
          <a:p>
            <a:pPr eaLnBrk="1" hangingPunct="1">
              <a:defRPr/>
            </a:pPr>
            <a:r>
              <a:rPr lang="hu-HU" dirty="0">
                <a:solidFill>
                  <a:schemeClr val="bg2">
                    <a:lumMod val="50000"/>
                  </a:schemeClr>
                </a:solidFill>
                <a:effectLst/>
              </a:rPr>
              <a:t>1. Kezdetek (BASE Jumping)</a:t>
            </a:r>
          </a:p>
        </p:txBody>
      </p:sp>
      <p:sp>
        <p:nvSpPr>
          <p:cNvPr id="148485" name="Rectangle 5"/>
          <p:cNvSpPr>
            <a:spLocks noGrp="1" noRot="1" noChangeArrowheads="1"/>
          </p:cNvSpPr>
          <p:nvPr>
            <p:ph type="body" idx="1"/>
          </p:nvPr>
        </p:nvSpPr>
        <p:spPr>
          <a:xfrm>
            <a:off x="250825" y="2420938"/>
            <a:ext cx="4321175" cy="744537"/>
          </a:xfrm>
          <a:solidFill>
            <a:schemeClr val="tx1">
              <a:alpha val="50000"/>
            </a:schemeClr>
          </a:solidFill>
        </p:spPr>
        <p:txBody>
          <a:bodyPr/>
          <a:lstStyle/>
          <a:p>
            <a:pPr eaLnBrk="1" hangingPunct="1">
              <a:defRPr/>
            </a:pPr>
            <a:r>
              <a:rPr lang="hu-HU" dirty="0">
                <a:solidFill>
                  <a:schemeClr val="bg2">
                    <a:lumMod val="50000"/>
                  </a:schemeClr>
                </a:solidFill>
                <a:effectLst/>
              </a:rPr>
              <a:t>Daidalosz és Ikarosz</a:t>
            </a:r>
          </a:p>
        </p:txBody>
      </p:sp>
      <p:pic>
        <p:nvPicPr>
          <p:cNvPr id="148486" name="Picture 6" descr="ikarosz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43438" y="1989138"/>
            <a:ext cx="3743325" cy="3479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48488" name="Rectangle 8"/>
          <p:cNvSpPr>
            <a:spLocks noRot="1" noChangeArrowheads="1"/>
          </p:cNvSpPr>
          <p:nvPr/>
        </p:nvSpPr>
        <p:spPr bwMode="auto">
          <a:xfrm>
            <a:off x="323850" y="3429000"/>
            <a:ext cx="4248150" cy="1484313"/>
          </a:xfrm>
          <a:prstGeom prst="rect">
            <a:avLst/>
          </a:prstGeom>
          <a:solidFill>
            <a:schemeClr val="tx1">
              <a:alpha val="50000"/>
            </a:schemeClr>
          </a:solidFill>
          <a:ln w="9525">
            <a:noFill/>
            <a:miter lim="800000"/>
            <a:headEnd/>
            <a:tailEnd/>
          </a:ln>
          <a:effectLst/>
        </p:spPr>
        <p:txBody>
          <a:bodyPr/>
          <a:lstStyle/>
          <a:p>
            <a:pPr marL="342900" indent="-342900">
              <a:spcBef>
                <a:spcPct val="20000"/>
              </a:spcBef>
              <a:buClr>
                <a:schemeClr val="hlink"/>
              </a:buClr>
              <a:buFont typeface="Wingdings" pitchFamily="2" charset="2"/>
              <a:buChar char="§"/>
              <a:defRPr/>
            </a:pPr>
            <a:r>
              <a:rPr lang="hu-HU" sz="3200" dirty="0" err="1">
                <a:solidFill>
                  <a:schemeClr val="bg2">
                    <a:lumMod val="50000"/>
                  </a:schemeClr>
                </a:solidFill>
              </a:rPr>
              <a:t>Fokien</a:t>
            </a:r>
            <a:r>
              <a:rPr lang="hu-HU" sz="3200" dirty="0">
                <a:solidFill>
                  <a:schemeClr val="bg2">
                    <a:lumMod val="50000"/>
                  </a:schemeClr>
                </a:solidFill>
              </a:rPr>
              <a:t> császár koronázási ünnepsége (1306)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650" name="Rectangle 2"/>
          <p:cNvSpPr>
            <a:spLocks noGrp="1" noRot="1" noChangeArrowheads="1"/>
          </p:cNvSpPr>
          <p:nvPr>
            <p:ph type="title"/>
          </p:nvPr>
        </p:nvSpPr>
        <p:spPr>
          <a:solidFill>
            <a:schemeClr val="tx1">
              <a:alpha val="50000"/>
            </a:schemeClr>
          </a:solidFill>
        </p:spPr>
        <p:txBody>
          <a:bodyPr/>
          <a:lstStyle/>
          <a:p>
            <a:pPr eaLnBrk="1" hangingPunct="1">
              <a:defRPr/>
            </a:pPr>
            <a:r>
              <a:rPr lang="hu-HU" sz="4000" dirty="0">
                <a:solidFill>
                  <a:schemeClr val="bg2">
                    <a:lumMod val="50000"/>
                  </a:schemeClr>
                </a:solidFill>
                <a:effectLst/>
              </a:rPr>
              <a:t>Roger Bacon és Francesco di </a:t>
            </a:r>
            <a:r>
              <a:rPr lang="hu-HU" sz="4000" dirty="0" err="1">
                <a:solidFill>
                  <a:schemeClr val="bg2">
                    <a:lumMod val="50000"/>
                  </a:schemeClr>
                </a:solidFill>
                <a:effectLst/>
              </a:rPr>
              <a:t>Giorgio</a:t>
            </a:r>
            <a:r>
              <a:rPr lang="hu-HU" sz="4000" dirty="0">
                <a:solidFill>
                  <a:schemeClr val="bg2">
                    <a:lumMod val="50000"/>
                  </a:schemeClr>
                </a:solidFill>
                <a:effectLst/>
              </a:rPr>
              <a:t> Martini </a:t>
            </a:r>
          </a:p>
        </p:txBody>
      </p:sp>
      <p:sp>
        <p:nvSpPr>
          <p:cNvPr id="155651" name="Rectangle 3"/>
          <p:cNvSpPr>
            <a:spLocks noGrp="1" noRot="1" noChangeArrowheads="1"/>
          </p:cNvSpPr>
          <p:nvPr>
            <p:ph type="body" idx="1"/>
          </p:nvPr>
        </p:nvSpPr>
        <p:spPr>
          <a:xfrm>
            <a:off x="2627313" y="1676400"/>
            <a:ext cx="6215062" cy="1031875"/>
          </a:xfrm>
          <a:solidFill>
            <a:schemeClr val="tx1">
              <a:alpha val="50000"/>
            </a:schemeClr>
          </a:solidFill>
        </p:spPr>
        <p:txBody>
          <a:bodyPr/>
          <a:lstStyle/>
          <a:p>
            <a:pPr eaLnBrk="1" hangingPunct="1">
              <a:lnSpc>
                <a:spcPct val="90000"/>
              </a:lnSpc>
              <a:defRPr/>
            </a:pPr>
            <a:r>
              <a:rPr lang="hu-HU">
                <a:solidFill>
                  <a:schemeClr val="bg2">
                    <a:lumMod val="50000"/>
                  </a:schemeClr>
                </a:solidFill>
                <a:effectLst/>
              </a:rPr>
              <a:t>Roger Bacon: </a:t>
            </a:r>
            <a:r>
              <a:rPr lang="hu-HU" i="1">
                <a:solidFill>
                  <a:schemeClr val="bg2">
                    <a:lumMod val="50000"/>
                  </a:schemeClr>
                </a:solidFill>
                <a:effectLst/>
              </a:rPr>
              <a:t>De mirabili Potestate artis et naturae</a:t>
            </a:r>
            <a:r>
              <a:rPr lang="hu-HU">
                <a:solidFill>
                  <a:schemeClr val="bg2">
                    <a:lumMod val="50000"/>
                  </a:schemeClr>
                </a:solidFill>
                <a:effectLst/>
              </a:rPr>
              <a:t> </a:t>
            </a:r>
          </a:p>
        </p:txBody>
      </p:sp>
      <p:pic>
        <p:nvPicPr>
          <p:cNvPr id="155653" name="Picture 5" descr="images (5)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59113" y="4149725"/>
            <a:ext cx="1543050" cy="2160588"/>
          </a:xfrm>
          <a:prstGeom prst="rect">
            <a:avLst/>
          </a:prstGeom>
          <a:solidFill>
            <a:schemeClr val="tx1">
              <a:alpha val="50000"/>
            </a:schemeClr>
          </a:solidFill>
          <a:ln>
            <a:noFill/>
          </a:ln>
          <a:extLst/>
        </p:spPr>
      </p:pic>
      <p:pic>
        <p:nvPicPr>
          <p:cNvPr id="155654" name="Picture 6" descr="398px-Conical_Parachute,_1470s,_British_Museum_Add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8542" t="1741" r="15335" b="3482"/>
          <a:stretch>
            <a:fillRect/>
          </a:stretch>
        </p:blipFill>
        <p:spPr bwMode="auto">
          <a:xfrm>
            <a:off x="323850" y="1700213"/>
            <a:ext cx="2133600" cy="4608512"/>
          </a:xfrm>
          <a:prstGeom prst="rect">
            <a:avLst/>
          </a:prstGeom>
          <a:solidFill>
            <a:schemeClr val="tx1">
              <a:alpha val="50000"/>
            </a:schemeClr>
          </a:solidFill>
          <a:ln>
            <a:noFill/>
          </a:ln>
          <a:extLst/>
        </p:spPr>
      </p:pic>
      <p:sp>
        <p:nvSpPr>
          <p:cNvPr id="155655" name="Rectangle 7"/>
          <p:cNvSpPr>
            <a:spLocks noRot="1" noChangeArrowheads="1"/>
          </p:cNvSpPr>
          <p:nvPr/>
        </p:nvSpPr>
        <p:spPr bwMode="auto">
          <a:xfrm>
            <a:off x="2627313" y="2708275"/>
            <a:ext cx="6215062" cy="1320800"/>
          </a:xfrm>
          <a:prstGeom prst="rect">
            <a:avLst/>
          </a:prstGeom>
          <a:solidFill>
            <a:schemeClr val="tx1">
              <a:alpha val="50000"/>
            </a:schemeClr>
          </a:solidFill>
          <a:ln w="9525">
            <a:noFill/>
            <a:miter lim="800000"/>
            <a:headEnd/>
            <a:tailEnd/>
          </a:ln>
          <a:effectLst/>
        </p:spPr>
        <p:txBody>
          <a:bodyPr/>
          <a:lstStyle/>
          <a:p>
            <a:pPr marL="342900" indent="-342900">
              <a:lnSpc>
                <a:spcPct val="90000"/>
              </a:lnSpc>
              <a:spcBef>
                <a:spcPct val="20000"/>
              </a:spcBef>
              <a:buClr>
                <a:schemeClr val="hlink"/>
              </a:buClr>
              <a:buFont typeface="Wingdings" pitchFamily="2" charset="2"/>
              <a:buChar char="§"/>
              <a:defRPr/>
            </a:pPr>
            <a:r>
              <a:rPr lang="hu-HU" sz="3200" dirty="0">
                <a:solidFill>
                  <a:schemeClr val="bg2">
                    <a:lumMod val="50000"/>
                  </a:schemeClr>
                </a:solidFill>
              </a:rPr>
              <a:t>Di </a:t>
            </a:r>
            <a:r>
              <a:rPr lang="hu-HU" sz="3200" dirty="0" err="1">
                <a:solidFill>
                  <a:schemeClr val="bg2">
                    <a:lumMod val="50000"/>
                  </a:schemeClr>
                </a:solidFill>
              </a:rPr>
              <a:t>Giorgio</a:t>
            </a:r>
            <a:r>
              <a:rPr lang="hu-HU" sz="3200" dirty="0">
                <a:solidFill>
                  <a:schemeClr val="bg2">
                    <a:lumMod val="50000"/>
                  </a:schemeClr>
                </a:solidFill>
              </a:rPr>
              <a:t> Martini: </a:t>
            </a:r>
            <a:r>
              <a:rPr lang="hu-HU" sz="3200" i="1" dirty="0" err="1">
                <a:solidFill>
                  <a:schemeClr val="bg2">
                    <a:lumMod val="50000"/>
                  </a:schemeClr>
                </a:solidFill>
              </a:rPr>
              <a:t>Trattato</a:t>
            </a:r>
            <a:r>
              <a:rPr lang="hu-HU" sz="3200" i="1" dirty="0">
                <a:solidFill>
                  <a:schemeClr val="bg2">
                    <a:lumMod val="50000"/>
                  </a:schemeClr>
                </a:solidFill>
              </a:rPr>
              <a:t> di </a:t>
            </a:r>
            <a:r>
              <a:rPr lang="hu-HU" sz="3200" i="1" dirty="0" err="1">
                <a:solidFill>
                  <a:schemeClr val="bg2">
                    <a:lumMod val="50000"/>
                  </a:schemeClr>
                </a:solidFill>
              </a:rPr>
              <a:t>architettura</a:t>
            </a:r>
            <a:r>
              <a:rPr lang="hu-HU" sz="3200" i="1" dirty="0">
                <a:solidFill>
                  <a:schemeClr val="bg2">
                    <a:lumMod val="50000"/>
                  </a:schemeClr>
                </a:solidFill>
              </a:rPr>
              <a:t>, </a:t>
            </a:r>
            <a:r>
              <a:rPr lang="hu-HU" sz="3200" i="1" dirty="0" err="1">
                <a:solidFill>
                  <a:schemeClr val="bg2">
                    <a:lumMod val="50000"/>
                  </a:schemeClr>
                </a:solidFill>
              </a:rPr>
              <a:t>ingeneria</a:t>
            </a:r>
            <a:r>
              <a:rPr lang="hu-HU" sz="3200" i="1" dirty="0">
                <a:solidFill>
                  <a:schemeClr val="bg2">
                    <a:lumMod val="50000"/>
                  </a:schemeClr>
                </a:solidFill>
              </a:rPr>
              <a:t> e </a:t>
            </a:r>
            <a:r>
              <a:rPr lang="hu-HU" sz="3200" i="1" dirty="0" err="1">
                <a:solidFill>
                  <a:schemeClr val="bg2">
                    <a:lumMod val="50000"/>
                  </a:schemeClr>
                </a:solidFill>
              </a:rPr>
              <a:t>arte</a:t>
            </a:r>
            <a:r>
              <a:rPr lang="hu-HU" sz="3200" i="1" dirty="0">
                <a:solidFill>
                  <a:schemeClr val="bg2">
                    <a:lumMod val="50000"/>
                  </a:schemeClr>
                </a:solidFill>
              </a:rPr>
              <a:t> </a:t>
            </a:r>
            <a:r>
              <a:rPr lang="hu-HU" sz="3200" i="1" dirty="0" err="1">
                <a:solidFill>
                  <a:schemeClr val="bg2">
                    <a:lumMod val="50000"/>
                  </a:schemeClr>
                </a:solidFill>
              </a:rPr>
              <a:t>militare</a:t>
            </a:r>
            <a:r>
              <a:rPr lang="hu-HU" sz="3200" i="1" dirty="0">
                <a:solidFill>
                  <a:schemeClr val="bg2">
                    <a:lumMod val="50000"/>
                  </a:schemeClr>
                </a:solidFill>
              </a:rPr>
              <a:t> (1470)</a:t>
            </a:r>
          </a:p>
        </p:txBody>
      </p:sp>
      <p:pic>
        <p:nvPicPr>
          <p:cNvPr id="155652" name="Picture 4" descr="images (4)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95963" y="3716338"/>
            <a:ext cx="2538412" cy="2595562"/>
          </a:xfrm>
          <a:prstGeom prst="rect">
            <a:avLst/>
          </a:prstGeom>
          <a:solidFill>
            <a:schemeClr val="tx1">
              <a:alpha val="50000"/>
            </a:schemeClr>
          </a:solidFill>
          <a:ln>
            <a:noFill/>
          </a:ln>
          <a:extLst/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578" name="Rectangle 2"/>
          <p:cNvSpPr>
            <a:spLocks noGrp="1" noRot="1" noChangeArrowheads="1"/>
          </p:cNvSpPr>
          <p:nvPr>
            <p:ph type="title"/>
          </p:nvPr>
        </p:nvSpPr>
        <p:spPr>
          <a:solidFill>
            <a:schemeClr val="tx1">
              <a:alpha val="50000"/>
            </a:schemeClr>
          </a:solidFill>
        </p:spPr>
        <p:txBody>
          <a:bodyPr/>
          <a:lstStyle/>
          <a:p>
            <a:pPr eaLnBrk="1" hangingPunct="1">
              <a:defRPr/>
            </a:pPr>
            <a:r>
              <a:rPr lang="hu-HU">
                <a:solidFill>
                  <a:schemeClr val="bg2">
                    <a:lumMod val="50000"/>
                  </a:schemeClr>
                </a:solidFill>
                <a:effectLst/>
              </a:rPr>
              <a:t>Leonardo Da Vinci</a:t>
            </a:r>
          </a:p>
        </p:txBody>
      </p:sp>
      <p:sp>
        <p:nvSpPr>
          <p:cNvPr id="152579" name="Rectangle 3"/>
          <p:cNvSpPr>
            <a:spLocks noGrp="1" noRot="1" noChangeArrowheads="1"/>
          </p:cNvSpPr>
          <p:nvPr>
            <p:ph type="body" idx="1"/>
          </p:nvPr>
        </p:nvSpPr>
        <p:spPr>
          <a:xfrm>
            <a:off x="301625" y="1676400"/>
            <a:ext cx="5783263" cy="1824038"/>
          </a:xfrm>
          <a:solidFill>
            <a:schemeClr val="tx1">
              <a:alpha val="50000"/>
            </a:schemeClr>
          </a:solidFill>
        </p:spPr>
        <p:txBody>
          <a:bodyPr/>
          <a:lstStyle/>
          <a:p>
            <a:pPr eaLnBrk="1" hangingPunct="1">
              <a:lnSpc>
                <a:spcPct val="90000"/>
              </a:lnSpc>
              <a:defRPr/>
            </a:pPr>
            <a:r>
              <a:rPr lang="hu-HU" sz="2400" i="1">
                <a:solidFill>
                  <a:schemeClr val="bg2">
                    <a:lumMod val="50000"/>
                  </a:schemeClr>
                </a:solidFill>
                <a:effectLst/>
              </a:rPr>
              <a:t>„ha egy férfit olyan viaszolt vég vászonnal szerelnek fel, amely minden oldalán 12 láb hosszúságú és 12 láb magasságú, bármilyen magasból leugorhat sérülés nélkül.”</a:t>
            </a:r>
            <a:r>
              <a:rPr lang="hu-HU" sz="2400">
                <a:solidFill>
                  <a:schemeClr val="bg2">
                    <a:lumMod val="50000"/>
                  </a:schemeClr>
                </a:solidFill>
                <a:effectLst/>
              </a:rPr>
              <a:t> (1480) </a:t>
            </a:r>
          </a:p>
          <a:p>
            <a:pPr eaLnBrk="1" hangingPunct="1">
              <a:lnSpc>
                <a:spcPct val="90000"/>
              </a:lnSpc>
              <a:buFont typeface="Wingdings" pitchFamily="2" charset="2"/>
              <a:buNone/>
              <a:defRPr/>
            </a:pPr>
            <a:endParaRPr lang="hu-HU" sz="2400">
              <a:solidFill>
                <a:schemeClr val="bg2">
                  <a:lumMod val="50000"/>
                </a:schemeClr>
              </a:solidFill>
              <a:effectLst/>
            </a:endParaRPr>
          </a:p>
        </p:txBody>
      </p:sp>
      <p:pic>
        <p:nvPicPr>
          <p:cNvPr id="152580" name="Picture 4" descr="images (2)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72225" y="1700213"/>
            <a:ext cx="2505075" cy="3384550"/>
          </a:xfrm>
          <a:prstGeom prst="rect">
            <a:avLst/>
          </a:prstGeom>
          <a:solidFill>
            <a:schemeClr val="tx1">
              <a:alpha val="50000"/>
            </a:schemeClr>
          </a:solidFill>
          <a:ln>
            <a:noFill/>
          </a:ln>
          <a:extLst/>
        </p:spPr>
      </p:pic>
      <p:pic>
        <p:nvPicPr>
          <p:cNvPr id="152581" name="Picture 5" descr="para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1188" y="3644900"/>
            <a:ext cx="4681537" cy="2714625"/>
          </a:xfrm>
          <a:prstGeom prst="rect">
            <a:avLst/>
          </a:prstGeom>
          <a:solidFill>
            <a:schemeClr val="tx1">
              <a:alpha val="50000"/>
            </a:schemeClr>
          </a:solidFill>
          <a:ln>
            <a:noFill/>
          </a:ln>
          <a:extLst/>
        </p:spPr>
      </p:pic>
      <p:sp>
        <p:nvSpPr>
          <p:cNvPr id="152583" name="Rectangle 7"/>
          <p:cNvSpPr>
            <a:spLocks noRot="1" noChangeArrowheads="1"/>
          </p:cNvSpPr>
          <p:nvPr/>
        </p:nvSpPr>
        <p:spPr bwMode="auto">
          <a:xfrm>
            <a:off x="5435600" y="5949950"/>
            <a:ext cx="3457575" cy="504825"/>
          </a:xfrm>
          <a:prstGeom prst="rect">
            <a:avLst/>
          </a:prstGeom>
          <a:solidFill>
            <a:schemeClr val="tx1">
              <a:alpha val="50000"/>
            </a:schemeClr>
          </a:solidFill>
          <a:ln w="9525">
            <a:noFill/>
            <a:miter lim="800000"/>
            <a:headEnd/>
            <a:tailEnd/>
          </a:ln>
          <a:effectLst/>
        </p:spPr>
        <p:txBody>
          <a:bodyPr/>
          <a:lstStyle/>
          <a:p>
            <a:pPr marL="342900" indent="-342900">
              <a:lnSpc>
                <a:spcPct val="90000"/>
              </a:lnSpc>
              <a:spcBef>
                <a:spcPct val="20000"/>
              </a:spcBef>
              <a:buClr>
                <a:schemeClr val="hlink"/>
              </a:buClr>
              <a:buFont typeface="Wingdings" pitchFamily="2" charset="2"/>
              <a:buChar char="§"/>
              <a:defRPr/>
            </a:pPr>
            <a:r>
              <a:rPr lang="hu-HU" sz="2400" i="1">
                <a:solidFill>
                  <a:schemeClr val="bg2">
                    <a:lumMod val="50000"/>
                  </a:schemeClr>
                </a:solidFill>
              </a:rPr>
              <a:t>Adrian Nicholas 2000</a:t>
            </a:r>
            <a:endParaRPr lang="hu-HU" sz="2400">
              <a:solidFill>
                <a:schemeClr val="bg2">
                  <a:lumMod val="50000"/>
                </a:schemeClr>
              </a:solidFill>
            </a:endParaRPr>
          </a:p>
          <a:p>
            <a:pPr marL="342900" indent="-342900">
              <a:lnSpc>
                <a:spcPct val="90000"/>
              </a:lnSpc>
              <a:spcBef>
                <a:spcPct val="20000"/>
              </a:spcBef>
              <a:buClr>
                <a:schemeClr val="hlink"/>
              </a:buClr>
              <a:buFont typeface="Wingdings" pitchFamily="2" charset="2"/>
              <a:buNone/>
              <a:defRPr/>
            </a:pPr>
            <a:endParaRPr lang="hu-HU" sz="2400">
              <a:solidFill>
                <a:schemeClr val="bg2">
                  <a:lumMod val="50000"/>
                </a:schemeClr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02" name="Rectangle 2"/>
          <p:cNvSpPr>
            <a:spLocks noGrp="1" noRot="1" noChangeArrowheads="1"/>
          </p:cNvSpPr>
          <p:nvPr>
            <p:ph type="title"/>
          </p:nvPr>
        </p:nvSpPr>
        <p:spPr>
          <a:solidFill>
            <a:schemeClr val="tx1">
              <a:alpha val="50000"/>
            </a:schemeClr>
          </a:solidFill>
        </p:spPr>
        <p:txBody>
          <a:bodyPr/>
          <a:lstStyle/>
          <a:p>
            <a:pPr eaLnBrk="1" hangingPunct="1">
              <a:defRPr/>
            </a:pPr>
            <a:r>
              <a:rPr lang="hu-HU">
                <a:solidFill>
                  <a:schemeClr val="bg2">
                    <a:lumMod val="50000"/>
                  </a:schemeClr>
                </a:solidFill>
                <a:effectLst/>
              </a:rPr>
              <a:t>Verancsics Faustus</a:t>
            </a:r>
          </a:p>
        </p:txBody>
      </p:sp>
      <p:sp>
        <p:nvSpPr>
          <p:cNvPr id="153603" name="Rectangle 3"/>
          <p:cNvSpPr>
            <a:spLocks noGrp="1" noRot="1" noChangeArrowheads="1"/>
          </p:cNvSpPr>
          <p:nvPr>
            <p:ph type="body" idx="1"/>
          </p:nvPr>
        </p:nvSpPr>
        <p:spPr>
          <a:xfrm>
            <a:off x="301625" y="1676400"/>
            <a:ext cx="4775200" cy="600075"/>
          </a:xfrm>
          <a:solidFill>
            <a:schemeClr val="tx1">
              <a:alpha val="50000"/>
            </a:schemeClr>
          </a:solidFill>
        </p:spPr>
        <p:txBody>
          <a:bodyPr/>
          <a:lstStyle/>
          <a:p>
            <a:pPr eaLnBrk="1" hangingPunct="1">
              <a:defRPr/>
            </a:pPr>
            <a:r>
              <a:rPr lang="hu-HU">
                <a:solidFill>
                  <a:schemeClr val="bg2">
                    <a:lumMod val="50000"/>
                  </a:schemeClr>
                </a:solidFill>
                <a:effectLst/>
              </a:rPr>
              <a:t>1616 Machinae Novae</a:t>
            </a:r>
          </a:p>
        </p:txBody>
      </p:sp>
      <p:pic>
        <p:nvPicPr>
          <p:cNvPr id="153604" name="Picture 4" descr="Verancsics-ejtoernyo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257" t="4688"/>
          <a:stretch>
            <a:fillRect/>
          </a:stretch>
        </p:blipFill>
        <p:spPr bwMode="auto">
          <a:xfrm>
            <a:off x="3708400" y="2349500"/>
            <a:ext cx="2201863" cy="3384550"/>
          </a:xfrm>
          <a:prstGeom prst="rect">
            <a:avLst/>
          </a:prstGeom>
          <a:solidFill>
            <a:schemeClr val="tx1">
              <a:alpha val="50000"/>
            </a:schemeClr>
          </a:solidFill>
          <a:ln>
            <a:noFill/>
          </a:ln>
          <a:extLst/>
        </p:spPr>
      </p:pic>
      <p:sp>
        <p:nvSpPr>
          <p:cNvPr id="153605" name="Rectangle 5"/>
          <p:cNvSpPr>
            <a:spLocks noRot="1" noChangeArrowheads="1"/>
          </p:cNvSpPr>
          <p:nvPr/>
        </p:nvSpPr>
        <p:spPr bwMode="auto">
          <a:xfrm>
            <a:off x="323850" y="2420938"/>
            <a:ext cx="3168650" cy="600075"/>
          </a:xfrm>
          <a:prstGeom prst="rect">
            <a:avLst/>
          </a:prstGeom>
          <a:solidFill>
            <a:schemeClr val="tx1">
              <a:alpha val="50000"/>
            </a:schemeClr>
          </a:solidFill>
          <a:ln w="9525">
            <a:noFill/>
            <a:miter lim="800000"/>
            <a:headEnd/>
            <a:tailEnd/>
          </a:ln>
          <a:effectLst/>
        </p:spPr>
        <p:txBody>
          <a:bodyPr/>
          <a:lstStyle/>
          <a:p>
            <a:pPr marL="342900" indent="-342900">
              <a:spcBef>
                <a:spcPct val="20000"/>
              </a:spcBef>
              <a:buClr>
                <a:schemeClr val="hlink"/>
              </a:buClr>
              <a:buFont typeface="Wingdings" pitchFamily="2" charset="2"/>
              <a:buChar char="§"/>
              <a:defRPr/>
            </a:pPr>
            <a:r>
              <a:rPr lang="hu-HU" sz="3200" i="1">
                <a:solidFill>
                  <a:schemeClr val="bg2">
                    <a:lumMod val="50000"/>
                  </a:schemeClr>
                </a:solidFill>
              </a:rPr>
              <a:t>Homo volans</a:t>
            </a:r>
          </a:p>
        </p:txBody>
      </p:sp>
      <p:pic>
        <p:nvPicPr>
          <p:cNvPr id="153606" name="Picture 6" descr="160px-Verancsics-szelturbina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72225" y="2349500"/>
            <a:ext cx="2176463" cy="3384550"/>
          </a:xfrm>
          <a:prstGeom prst="rect">
            <a:avLst/>
          </a:prstGeom>
          <a:solidFill>
            <a:schemeClr val="tx1">
              <a:alpha val="50000"/>
            </a:schemeClr>
          </a:solidFill>
          <a:ln>
            <a:noFill/>
          </a:ln>
          <a:extLst/>
        </p:spPr>
      </p:pic>
      <p:sp>
        <p:nvSpPr>
          <p:cNvPr id="153607" name="Rectangle 7"/>
          <p:cNvSpPr>
            <a:spLocks noRot="1" noChangeArrowheads="1"/>
          </p:cNvSpPr>
          <p:nvPr/>
        </p:nvSpPr>
        <p:spPr bwMode="auto">
          <a:xfrm>
            <a:off x="323850" y="3284538"/>
            <a:ext cx="3240088" cy="2303462"/>
          </a:xfrm>
          <a:prstGeom prst="rect">
            <a:avLst/>
          </a:prstGeom>
          <a:solidFill>
            <a:schemeClr val="tx1">
              <a:alpha val="50000"/>
            </a:schemeClr>
          </a:solidFill>
          <a:ln w="9525">
            <a:noFill/>
            <a:miter lim="800000"/>
            <a:headEnd/>
            <a:tailEnd/>
          </a:ln>
          <a:effectLst/>
        </p:spPr>
        <p:txBody>
          <a:bodyPr/>
          <a:lstStyle/>
          <a:p>
            <a:pPr marL="342900" indent="-342900">
              <a:spcBef>
                <a:spcPct val="20000"/>
              </a:spcBef>
              <a:buClr>
                <a:schemeClr val="hlink"/>
              </a:buClr>
              <a:buFont typeface="Wingdings" pitchFamily="2" charset="2"/>
              <a:buChar char="§"/>
              <a:defRPr/>
            </a:pPr>
            <a:r>
              <a:rPr lang="hu-HU" sz="3200">
                <a:solidFill>
                  <a:schemeClr val="bg2">
                    <a:lumMod val="50000"/>
                  </a:schemeClr>
                </a:solidFill>
              </a:rPr>
              <a:t>Szélturbina</a:t>
            </a:r>
          </a:p>
          <a:p>
            <a:pPr marL="342900" indent="-342900">
              <a:spcBef>
                <a:spcPct val="20000"/>
              </a:spcBef>
              <a:buClr>
                <a:schemeClr val="hlink"/>
              </a:buClr>
              <a:buFont typeface="Wingdings" pitchFamily="2" charset="2"/>
              <a:buChar char="§"/>
              <a:defRPr/>
            </a:pPr>
            <a:r>
              <a:rPr lang="hu-HU" sz="3200">
                <a:solidFill>
                  <a:schemeClr val="bg2">
                    <a:lumMod val="50000"/>
                  </a:schemeClr>
                </a:solidFill>
              </a:rPr>
              <a:t>Hídépítés</a:t>
            </a:r>
          </a:p>
          <a:p>
            <a:pPr marL="342900" indent="-342900">
              <a:spcBef>
                <a:spcPct val="20000"/>
              </a:spcBef>
              <a:buClr>
                <a:schemeClr val="hlink"/>
              </a:buClr>
              <a:buFont typeface="Wingdings" pitchFamily="2" charset="2"/>
              <a:buChar char="§"/>
              <a:defRPr/>
            </a:pPr>
            <a:r>
              <a:rPr lang="hu-HU" sz="3200">
                <a:solidFill>
                  <a:schemeClr val="bg2">
                    <a:lumMod val="50000"/>
                  </a:schemeClr>
                </a:solidFill>
              </a:rPr>
              <a:t>Kotrógép</a:t>
            </a:r>
          </a:p>
          <a:p>
            <a:pPr marL="342900" indent="-342900">
              <a:spcBef>
                <a:spcPct val="20000"/>
              </a:spcBef>
              <a:buClr>
                <a:schemeClr val="hlink"/>
              </a:buClr>
              <a:buFont typeface="Wingdings" pitchFamily="2" charset="2"/>
              <a:buChar char="§"/>
              <a:defRPr/>
            </a:pPr>
            <a:r>
              <a:rPr lang="hu-HU" sz="3200">
                <a:solidFill>
                  <a:schemeClr val="bg2">
                    <a:lumMod val="50000"/>
                  </a:schemeClr>
                </a:solidFill>
              </a:rPr>
              <a:t>Felfüggesztés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626" name="Rectangle 2"/>
          <p:cNvSpPr>
            <a:spLocks noGrp="1" noRot="1" noChangeArrowheads="1"/>
          </p:cNvSpPr>
          <p:nvPr>
            <p:ph type="title"/>
          </p:nvPr>
        </p:nvSpPr>
        <p:spPr>
          <a:solidFill>
            <a:schemeClr val="tx1">
              <a:alpha val="50000"/>
            </a:schemeClr>
          </a:solidFill>
        </p:spPr>
        <p:txBody>
          <a:bodyPr/>
          <a:lstStyle/>
          <a:p>
            <a:pPr eaLnBrk="1" hangingPunct="1">
              <a:defRPr/>
            </a:pPr>
            <a:r>
              <a:rPr lang="hu-HU">
                <a:solidFill>
                  <a:schemeClr val="bg2">
                    <a:lumMod val="50000"/>
                  </a:schemeClr>
                </a:solidFill>
                <a:effectLst/>
              </a:rPr>
              <a:t>Első ugrások</a:t>
            </a:r>
          </a:p>
        </p:txBody>
      </p:sp>
      <p:sp>
        <p:nvSpPr>
          <p:cNvPr id="154627" name="Rectangle 3"/>
          <p:cNvSpPr>
            <a:spLocks noGrp="1" noRot="1" noChangeArrowheads="1"/>
          </p:cNvSpPr>
          <p:nvPr>
            <p:ph type="body" idx="1"/>
          </p:nvPr>
        </p:nvSpPr>
        <p:spPr>
          <a:xfrm>
            <a:off x="323850" y="1557338"/>
            <a:ext cx="8496622" cy="1079574"/>
          </a:xfrm>
          <a:solidFill>
            <a:schemeClr val="tx1">
              <a:alpha val="50000"/>
            </a:schemeClr>
          </a:solidFill>
        </p:spPr>
        <p:txBody>
          <a:bodyPr/>
          <a:lstStyle/>
          <a:p>
            <a:pPr eaLnBrk="1" hangingPunct="1">
              <a:defRPr/>
            </a:pPr>
            <a:r>
              <a:rPr lang="hu-HU" dirty="0">
                <a:solidFill>
                  <a:schemeClr val="bg2">
                    <a:lumMod val="50000"/>
                  </a:schemeClr>
                </a:solidFill>
                <a:effectLst/>
              </a:rPr>
              <a:t>Verancsics </a:t>
            </a:r>
            <a:r>
              <a:rPr lang="hu-HU" dirty="0" err="1">
                <a:solidFill>
                  <a:schemeClr val="bg2">
                    <a:lumMod val="50000"/>
                  </a:schemeClr>
                </a:solidFill>
                <a:effectLst/>
              </a:rPr>
              <a:t>Faustus</a:t>
            </a:r>
            <a:r>
              <a:rPr lang="hu-HU" dirty="0">
                <a:solidFill>
                  <a:schemeClr val="bg2">
                    <a:lumMod val="50000"/>
                  </a:schemeClr>
                </a:solidFill>
                <a:effectLst/>
              </a:rPr>
              <a:t> (Faust </a:t>
            </a:r>
            <a:r>
              <a:rPr lang="hu-HU" dirty="0" err="1">
                <a:solidFill>
                  <a:schemeClr val="bg2">
                    <a:lumMod val="50000"/>
                  </a:schemeClr>
                </a:solidFill>
                <a:effectLst/>
              </a:rPr>
              <a:t>Vrancic</a:t>
            </a:r>
            <a:r>
              <a:rPr lang="hu-HU" dirty="0">
                <a:solidFill>
                  <a:schemeClr val="bg2">
                    <a:lumMod val="50000"/>
                  </a:schemeClr>
                </a:solidFill>
                <a:effectLst/>
              </a:rPr>
              <a:t>), 1597, Pozsony harangtorony, 86m</a:t>
            </a:r>
          </a:p>
        </p:txBody>
      </p:sp>
      <p:sp>
        <p:nvSpPr>
          <p:cNvPr id="154628" name="Rectangle 4"/>
          <p:cNvSpPr>
            <a:spLocks noRot="1" noChangeArrowheads="1"/>
          </p:cNvSpPr>
          <p:nvPr/>
        </p:nvSpPr>
        <p:spPr bwMode="auto">
          <a:xfrm>
            <a:off x="323850" y="2636912"/>
            <a:ext cx="5761038" cy="1104900"/>
          </a:xfrm>
          <a:prstGeom prst="rect">
            <a:avLst/>
          </a:prstGeom>
          <a:solidFill>
            <a:schemeClr val="tx1">
              <a:alpha val="50000"/>
            </a:schemeClr>
          </a:solidFill>
          <a:ln w="9525">
            <a:noFill/>
            <a:miter lim="800000"/>
            <a:headEnd/>
            <a:tailEnd/>
          </a:ln>
          <a:effectLst/>
        </p:spPr>
        <p:txBody>
          <a:bodyPr/>
          <a:lstStyle/>
          <a:p>
            <a:pPr marL="342900" indent="-342900">
              <a:spcBef>
                <a:spcPct val="20000"/>
              </a:spcBef>
              <a:buClr>
                <a:schemeClr val="hlink"/>
              </a:buClr>
              <a:buFont typeface="Wingdings" pitchFamily="2" charset="2"/>
              <a:buChar char="§"/>
              <a:defRPr/>
            </a:pPr>
            <a:r>
              <a:rPr lang="hu-HU" sz="3200" dirty="0">
                <a:solidFill>
                  <a:schemeClr val="bg2">
                    <a:lumMod val="50000"/>
                  </a:schemeClr>
                </a:solidFill>
              </a:rPr>
              <a:t>Louis </a:t>
            </a:r>
            <a:r>
              <a:rPr lang="hu-HU" sz="3200" dirty="0" err="1">
                <a:solidFill>
                  <a:schemeClr val="bg2">
                    <a:lumMod val="50000"/>
                  </a:schemeClr>
                </a:solidFill>
              </a:rPr>
              <a:t>Sébastien</a:t>
            </a:r>
            <a:r>
              <a:rPr lang="hu-HU" sz="3200" dirty="0">
                <a:solidFill>
                  <a:schemeClr val="bg2">
                    <a:lumMod val="50000"/>
                  </a:schemeClr>
                </a:solidFill>
              </a:rPr>
              <a:t> </a:t>
            </a:r>
            <a:r>
              <a:rPr lang="hu-HU" sz="3200" dirty="0" err="1">
                <a:solidFill>
                  <a:schemeClr val="bg2">
                    <a:lumMod val="50000"/>
                  </a:schemeClr>
                </a:solidFill>
              </a:rPr>
              <a:t>Lenormand</a:t>
            </a:r>
            <a:r>
              <a:rPr lang="hu-HU" sz="3200" dirty="0">
                <a:solidFill>
                  <a:schemeClr val="bg2">
                    <a:lumMod val="50000"/>
                  </a:schemeClr>
                </a:solidFill>
              </a:rPr>
              <a:t>, 1783, </a:t>
            </a:r>
            <a:r>
              <a:rPr lang="hu-HU" sz="3200" dirty="0" err="1">
                <a:solidFill>
                  <a:schemeClr val="bg2">
                    <a:lumMod val="50000"/>
                  </a:schemeClr>
                </a:solidFill>
              </a:rPr>
              <a:t>Montpellier</a:t>
            </a:r>
            <a:endParaRPr lang="hu-HU" sz="3200" dirty="0">
              <a:solidFill>
                <a:schemeClr val="bg2">
                  <a:lumMod val="50000"/>
                </a:schemeClr>
              </a:solidFill>
            </a:endParaRPr>
          </a:p>
        </p:txBody>
      </p:sp>
      <p:pic>
        <p:nvPicPr>
          <p:cNvPr id="154629" name="Picture 5" descr="Early_flight_02561u_(3)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11863" y="2205038"/>
            <a:ext cx="2903537" cy="4248150"/>
          </a:xfrm>
          <a:prstGeom prst="rect">
            <a:avLst/>
          </a:prstGeom>
          <a:solidFill>
            <a:schemeClr val="tx1">
              <a:alpha val="50000"/>
            </a:schemeClr>
          </a:solidFill>
          <a:ln>
            <a:noFill/>
          </a:ln>
          <a:extLst/>
        </p:spPr>
      </p:pic>
      <p:pic>
        <p:nvPicPr>
          <p:cNvPr id="154630" name="Picture 6" descr="images (7)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0825" y="4076700"/>
            <a:ext cx="1927225" cy="2376488"/>
          </a:xfrm>
          <a:prstGeom prst="rect">
            <a:avLst/>
          </a:prstGeom>
          <a:solidFill>
            <a:schemeClr val="tx1">
              <a:alpha val="50000"/>
            </a:schemeClr>
          </a:solidFill>
          <a:ln>
            <a:noFill/>
          </a:ln>
          <a:extLst/>
        </p:spPr>
      </p:pic>
      <p:pic>
        <p:nvPicPr>
          <p:cNvPr id="154631" name="Picture 7" descr="images (8)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985" t="2892" r="1985" b="3792"/>
          <a:stretch>
            <a:fillRect/>
          </a:stretch>
        </p:blipFill>
        <p:spPr bwMode="auto">
          <a:xfrm>
            <a:off x="2339975" y="4076700"/>
            <a:ext cx="3600450" cy="2401888"/>
          </a:xfrm>
          <a:prstGeom prst="rect">
            <a:avLst/>
          </a:prstGeom>
          <a:solidFill>
            <a:schemeClr val="tx1">
              <a:alpha val="50000"/>
            </a:schemeClr>
          </a:solidFill>
          <a:ln>
            <a:noFill/>
          </a:ln>
          <a:extLst/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674" name="Rectangle 2"/>
          <p:cNvSpPr>
            <a:spLocks noGrp="1" noRot="1" noChangeArrowheads="1"/>
          </p:cNvSpPr>
          <p:nvPr>
            <p:ph type="title"/>
          </p:nvPr>
        </p:nvSpPr>
        <p:spPr>
          <a:solidFill>
            <a:schemeClr val="tx1">
              <a:alpha val="50000"/>
            </a:schemeClr>
          </a:solidFill>
        </p:spPr>
        <p:txBody>
          <a:bodyPr/>
          <a:lstStyle/>
          <a:p>
            <a:pPr eaLnBrk="1" hangingPunct="1">
              <a:defRPr/>
            </a:pPr>
            <a:r>
              <a:rPr lang="hu-HU" sz="4000">
                <a:solidFill>
                  <a:schemeClr val="bg2">
                    <a:lumMod val="50000"/>
                  </a:schemeClr>
                </a:solidFill>
                <a:effectLst/>
              </a:rPr>
              <a:t>Első légi járműből végrehajtott ugrás</a:t>
            </a:r>
          </a:p>
        </p:txBody>
      </p:sp>
      <p:sp>
        <p:nvSpPr>
          <p:cNvPr id="156675" name="Rectangle 3"/>
          <p:cNvSpPr>
            <a:spLocks noGrp="1" noRot="1" noChangeArrowheads="1"/>
          </p:cNvSpPr>
          <p:nvPr>
            <p:ph type="body" idx="1"/>
          </p:nvPr>
        </p:nvSpPr>
        <p:spPr>
          <a:xfrm>
            <a:off x="301625" y="1676400"/>
            <a:ext cx="8540750" cy="600075"/>
          </a:xfrm>
          <a:solidFill>
            <a:schemeClr val="tx1">
              <a:alpha val="50000"/>
            </a:schemeClr>
          </a:solidFill>
        </p:spPr>
        <p:txBody>
          <a:bodyPr/>
          <a:lstStyle/>
          <a:p>
            <a:pPr eaLnBrk="1" hangingPunct="1">
              <a:defRPr/>
            </a:pPr>
            <a:r>
              <a:rPr lang="hu-HU">
                <a:solidFill>
                  <a:schemeClr val="bg2">
                    <a:lumMod val="50000"/>
                  </a:schemeClr>
                </a:solidFill>
                <a:effectLst/>
              </a:rPr>
              <a:t>1797. október 22., Parc Monceau, Párizs</a:t>
            </a:r>
          </a:p>
        </p:txBody>
      </p:sp>
      <p:pic>
        <p:nvPicPr>
          <p:cNvPr id="156676" name="Picture 4" descr="220px-Early_flight_02561u_(4)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80063" y="2349500"/>
            <a:ext cx="2794000" cy="4089400"/>
          </a:xfrm>
          <a:prstGeom prst="rect">
            <a:avLst/>
          </a:prstGeom>
          <a:solidFill>
            <a:schemeClr val="tx1">
              <a:alpha val="50000"/>
            </a:schemeClr>
          </a:solidFill>
          <a:ln>
            <a:noFill/>
          </a:ln>
          <a:extLst/>
        </p:spPr>
      </p:pic>
      <p:pic>
        <p:nvPicPr>
          <p:cNvPr id="156677" name="Picture 5" descr="220px-First_parachute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87450" y="2924175"/>
            <a:ext cx="2794000" cy="2946400"/>
          </a:xfrm>
          <a:prstGeom prst="rect">
            <a:avLst/>
          </a:prstGeom>
          <a:solidFill>
            <a:schemeClr val="tx1">
              <a:alpha val="50000"/>
            </a:schemeClr>
          </a:solidFill>
          <a:ln>
            <a:noFill/>
          </a:ln>
          <a:extLst/>
        </p:spPr>
      </p:pic>
      <p:sp>
        <p:nvSpPr>
          <p:cNvPr id="156678" name="Rectangle 6"/>
          <p:cNvSpPr>
            <a:spLocks noRot="1" noChangeArrowheads="1"/>
          </p:cNvSpPr>
          <p:nvPr/>
        </p:nvSpPr>
        <p:spPr bwMode="auto">
          <a:xfrm>
            <a:off x="323850" y="2349500"/>
            <a:ext cx="5041900" cy="647700"/>
          </a:xfrm>
          <a:prstGeom prst="rect">
            <a:avLst/>
          </a:prstGeom>
          <a:solidFill>
            <a:schemeClr val="tx1">
              <a:alpha val="50000"/>
            </a:schemeClr>
          </a:solidFill>
          <a:ln w="9525">
            <a:noFill/>
            <a:miter lim="800000"/>
            <a:headEnd/>
            <a:tailEnd/>
          </a:ln>
          <a:effectLst/>
        </p:spPr>
        <p:txBody>
          <a:bodyPr/>
          <a:lstStyle/>
          <a:p>
            <a:pPr marL="342900" indent="-342900">
              <a:spcBef>
                <a:spcPct val="20000"/>
              </a:spcBef>
              <a:buClr>
                <a:schemeClr val="hlink"/>
              </a:buClr>
              <a:buFont typeface="Wingdings" pitchFamily="2" charset="2"/>
              <a:buChar char="§"/>
              <a:defRPr/>
            </a:pPr>
            <a:r>
              <a:rPr lang="hu-HU" sz="3200">
                <a:solidFill>
                  <a:schemeClr val="bg2">
                    <a:lumMod val="50000"/>
                  </a:schemeClr>
                </a:solidFill>
              </a:rPr>
              <a:t>André-Jacques Garnerin</a:t>
            </a:r>
          </a:p>
        </p:txBody>
      </p:sp>
      <p:sp>
        <p:nvSpPr>
          <p:cNvPr id="156679" name="Rectangle 7"/>
          <p:cNvSpPr>
            <a:spLocks noRot="1" noChangeArrowheads="1"/>
          </p:cNvSpPr>
          <p:nvPr/>
        </p:nvSpPr>
        <p:spPr bwMode="auto">
          <a:xfrm>
            <a:off x="568610" y="5870575"/>
            <a:ext cx="4031679" cy="647700"/>
          </a:xfrm>
          <a:prstGeom prst="rect">
            <a:avLst/>
          </a:prstGeom>
          <a:solidFill>
            <a:schemeClr val="tx1">
              <a:alpha val="50000"/>
            </a:schemeClr>
          </a:solidFill>
          <a:ln w="9525">
            <a:noFill/>
            <a:miter lim="800000"/>
            <a:headEnd/>
            <a:tailEnd/>
          </a:ln>
          <a:effectLst/>
        </p:spPr>
        <p:txBody>
          <a:bodyPr/>
          <a:lstStyle/>
          <a:p>
            <a:pPr marL="342900" indent="-342900">
              <a:spcBef>
                <a:spcPct val="20000"/>
              </a:spcBef>
              <a:buClr>
                <a:schemeClr val="hlink"/>
              </a:buClr>
              <a:buFont typeface="Wingdings" pitchFamily="2" charset="2"/>
              <a:buChar char="§"/>
              <a:defRPr/>
            </a:pPr>
            <a:r>
              <a:rPr lang="hu-HU" sz="3200">
                <a:solidFill>
                  <a:schemeClr val="bg2">
                    <a:lumMod val="50000"/>
                  </a:schemeClr>
                </a:solidFill>
              </a:rPr>
              <a:t>1911 Grant Morton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698" name="Rectangle 2"/>
          <p:cNvSpPr>
            <a:spLocks noGrp="1" noRot="1" noChangeArrowheads="1"/>
          </p:cNvSpPr>
          <p:nvPr>
            <p:ph type="title"/>
          </p:nvPr>
        </p:nvSpPr>
        <p:spPr>
          <a:xfrm>
            <a:off x="301625" y="620688"/>
            <a:ext cx="8510588" cy="1325563"/>
          </a:xfrm>
          <a:solidFill>
            <a:schemeClr val="tx1">
              <a:alpha val="50000"/>
            </a:schemeClr>
          </a:solidFill>
        </p:spPr>
        <p:txBody>
          <a:bodyPr/>
          <a:lstStyle/>
          <a:p>
            <a:pPr eaLnBrk="1" hangingPunct="1">
              <a:defRPr/>
            </a:pPr>
            <a:r>
              <a:rPr lang="hu-HU" dirty="0">
                <a:solidFill>
                  <a:schemeClr val="bg2">
                    <a:lumMod val="50000"/>
                  </a:schemeClr>
                </a:solidFill>
                <a:effectLst/>
              </a:rPr>
              <a:t>Akiket dobtak</a:t>
            </a:r>
          </a:p>
        </p:txBody>
      </p:sp>
      <p:sp>
        <p:nvSpPr>
          <p:cNvPr id="5" name="Rectangle 3"/>
          <p:cNvSpPr txBox="1">
            <a:spLocks noRot="1" noChangeArrowheads="1"/>
          </p:cNvSpPr>
          <p:nvPr/>
        </p:nvSpPr>
        <p:spPr bwMode="auto">
          <a:xfrm>
            <a:off x="301624" y="2068488"/>
            <a:ext cx="5638800" cy="3336925"/>
          </a:xfrm>
          <a:prstGeom prst="rect">
            <a:avLst/>
          </a:prstGeom>
          <a:solidFill>
            <a:schemeClr val="tx1">
              <a:alpha val="50000"/>
            </a:schemeClr>
          </a:solidFill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itchFamily="2" charset="2"/>
              <a:buChar char="§"/>
              <a:defRPr sz="32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itchFamily="2" charset="2"/>
              <a:buChar char="§"/>
              <a:defRPr sz="24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</a:defRPr>
            </a:lvl9pPr>
          </a:lstStyle>
          <a:p>
            <a:pPr eaLnBrk="1" hangingPunct="1">
              <a:lnSpc>
                <a:spcPct val="90000"/>
              </a:lnSpc>
              <a:defRPr/>
            </a:pPr>
            <a:r>
              <a:rPr lang="hu-HU" kern="0" smtClean="0">
                <a:solidFill>
                  <a:schemeClr val="bg2">
                    <a:lumMod val="50000"/>
                  </a:schemeClr>
                </a:solidFill>
                <a:effectLst/>
              </a:rPr>
              <a:t>1777 Jacques Doumier</a:t>
            </a:r>
          </a:p>
          <a:p>
            <a:pPr eaLnBrk="1" hangingPunct="1">
              <a:lnSpc>
                <a:spcPct val="90000"/>
              </a:lnSpc>
              <a:defRPr/>
            </a:pPr>
            <a:r>
              <a:rPr lang="hu-HU" kern="0" smtClean="0">
                <a:solidFill>
                  <a:schemeClr val="bg2">
                    <a:lumMod val="50000"/>
                  </a:schemeClr>
                </a:solidFill>
                <a:effectLst/>
              </a:rPr>
              <a:t>1777 Joseph Montgolfier</a:t>
            </a:r>
          </a:p>
          <a:p>
            <a:pPr eaLnBrk="1" hangingPunct="1">
              <a:lnSpc>
                <a:spcPct val="90000"/>
              </a:lnSpc>
              <a:defRPr/>
            </a:pPr>
            <a:r>
              <a:rPr lang="hu-HU" kern="0" smtClean="0">
                <a:solidFill>
                  <a:schemeClr val="bg2">
                    <a:lumMod val="50000"/>
                  </a:schemeClr>
                </a:solidFill>
                <a:effectLst/>
              </a:rPr>
              <a:t>1793 Jean-Pierre Blanchard</a:t>
            </a:r>
          </a:p>
          <a:p>
            <a:pPr eaLnBrk="1" hangingPunct="1">
              <a:lnSpc>
                <a:spcPct val="90000"/>
              </a:lnSpc>
              <a:defRPr/>
            </a:pPr>
            <a:r>
              <a:rPr lang="hu-HU" kern="0" smtClean="0">
                <a:solidFill>
                  <a:schemeClr val="bg2">
                    <a:lumMod val="50000"/>
                  </a:schemeClr>
                </a:solidFill>
                <a:effectLst/>
              </a:rPr>
              <a:t>1805 Matvaj Kolesznyikov</a:t>
            </a:r>
          </a:p>
          <a:p>
            <a:pPr eaLnBrk="1" hangingPunct="1">
              <a:lnSpc>
                <a:spcPct val="90000"/>
              </a:lnSpc>
              <a:defRPr/>
            </a:pPr>
            <a:r>
              <a:rPr lang="hu-HU" kern="0" smtClean="0">
                <a:solidFill>
                  <a:schemeClr val="bg2">
                    <a:lumMod val="50000"/>
                  </a:schemeClr>
                </a:solidFill>
                <a:effectLst/>
              </a:rPr>
              <a:t>1853 Poitevin</a:t>
            </a:r>
          </a:p>
          <a:p>
            <a:pPr eaLnBrk="1" hangingPunct="1">
              <a:lnSpc>
                <a:spcPct val="90000"/>
              </a:lnSpc>
              <a:defRPr/>
            </a:pPr>
            <a:r>
              <a:rPr lang="hu-HU" kern="0" smtClean="0">
                <a:solidFill>
                  <a:schemeClr val="bg2">
                    <a:lumMod val="50000"/>
                  </a:schemeClr>
                </a:solidFill>
                <a:effectLst/>
              </a:rPr>
              <a:t>1889 Charles Leroux</a:t>
            </a:r>
            <a:endParaRPr lang="hu-HU" kern="0">
              <a:solidFill>
                <a:schemeClr val="bg2">
                  <a:lumMod val="50000"/>
                </a:schemeClr>
              </a:solidFill>
              <a:effectLst/>
            </a:endParaRPr>
          </a:p>
        </p:txBody>
      </p:sp>
      <p:pic>
        <p:nvPicPr>
          <p:cNvPr id="6" name="Picture 4" descr="charles leroux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56324" y="2236763"/>
            <a:ext cx="2608263" cy="2952750"/>
          </a:xfrm>
          <a:prstGeom prst="rect">
            <a:avLst/>
          </a:prstGeom>
          <a:solidFill>
            <a:schemeClr val="tx1">
              <a:alpha val="50000"/>
            </a:schemeClr>
          </a:solidFill>
          <a:ln>
            <a:noFill/>
          </a:ln>
          <a:extLst/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010" name="Rectangle 2"/>
          <p:cNvSpPr>
            <a:spLocks noGrp="1" noRot="1" noChangeArrowheads="1"/>
          </p:cNvSpPr>
          <p:nvPr>
            <p:ph type="title"/>
          </p:nvPr>
        </p:nvSpPr>
        <p:spPr>
          <a:solidFill>
            <a:schemeClr val="tx1">
              <a:alpha val="50000"/>
            </a:schemeClr>
          </a:solidFill>
        </p:spPr>
        <p:txBody>
          <a:bodyPr/>
          <a:lstStyle/>
          <a:p>
            <a:pPr eaLnBrk="1" hangingPunct="1">
              <a:defRPr/>
            </a:pPr>
            <a:r>
              <a:rPr lang="hu-HU">
                <a:solidFill>
                  <a:schemeClr val="bg2">
                    <a:lumMod val="50000"/>
                  </a:schemeClr>
                </a:solidFill>
                <a:effectLst/>
              </a:rPr>
              <a:t>2. Repülés története</a:t>
            </a:r>
          </a:p>
        </p:txBody>
      </p:sp>
      <p:sp>
        <p:nvSpPr>
          <p:cNvPr id="171011" name="Rectangle 3"/>
          <p:cNvSpPr>
            <a:spLocks noGrp="1" noRot="1" noChangeArrowheads="1"/>
          </p:cNvSpPr>
          <p:nvPr>
            <p:ph type="body" idx="1"/>
          </p:nvPr>
        </p:nvSpPr>
        <p:spPr>
          <a:xfrm>
            <a:off x="301625" y="1676400"/>
            <a:ext cx="8518847" cy="2040632"/>
          </a:xfrm>
          <a:solidFill>
            <a:schemeClr val="tx1">
              <a:alpha val="50000"/>
            </a:schemeClr>
          </a:solidFill>
        </p:spPr>
        <p:txBody>
          <a:bodyPr/>
          <a:lstStyle/>
          <a:p>
            <a:pPr eaLnBrk="1" hangingPunct="1">
              <a:defRPr/>
            </a:pPr>
            <a:r>
              <a:rPr lang="hu-HU">
                <a:solidFill>
                  <a:schemeClr val="bg2">
                    <a:lumMod val="50000"/>
                  </a:schemeClr>
                </a:solidFill>
                <a:effectLst/>
              </a:rPr>
              <a:t>Levegőnél könnyebb</a:t>
            </a:r>
          </a:p>
          <a:p>
            <a:pPr eaLnBrk="1" hangingPunct="1">
              <a:defRPr/>
            </a:pPr>
            <a:r>
              <a:rPr lang="hu-HU">
                <a:solidFill>
                  <a:schemeClr val="bg2">
                    <a:lumMod val="50000"/>
                  </a:schemeClr>
                </a:solidFill>
                <a:effectLst/>
              </a:rPr>
              <a:t>1783 Joseph et Étienne Montgolfier</a:t>
            </a:r>
          </a:p>
        </p:txBody>
      </p:sp>
      <p:pic>
        <p:nvPicPr>
          <p:cNvPr id="171012" name="Picture 4" descr="1783_balloonj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60" t="1909" r="2948" b="1909"/>
          <a:stretch>
            <a:fillRect/>
          </a:stretch>
        </p:blipFill>
        <p:spPr bwMode="auto">
          <a:xfrm>
            <a:off x="395288" y="2924175"/>
            <a:ext cx="2592387" cy="3600450"/>
          </a:xfrm>
          <a:prstGeom prst="rect">
            <a:avLst/>
          </a:prstGeom>
          <a:solidFill>
            <a:schemeClr val="tx1">
              <a:alpha val="50000"/>
            </a:schemeClr>
          </a:solidFill>
          <a:ln>
            <a:noFill/>
          </a:ln>
          <a:extLst/>
        </p:spPr>
      </p:pic>
      <p:sp>
        <p:nvSpPr>
          <p:cNvPr id="171013" name="Rectangle 5"/>
          <p:cNvSpPr>
            <a:spLocks noRot="1" noChangeArrowheads="1"/>
          </p:cNvSpPr>
          <p:nvPr/>
        </p:nvSpPr>
        <p:spPr bwMode="auto">
          <a:xfrm>
            <a:off x="3132138" y="2924175"/>
            <a:ext cx="4991100" cy="576263"/>
          </a:xfrm>
          <a:prstGeom prst="rect">
            <a:avLst/>
          </a:prstGeom>
          <a:solidFill>
            <a:schemeClr val="tx1">
              <a:alpha val="50000"/>
            </a:schemeClr>
          </a:solidFill>
          <a:ln w="9525">
            <a:noFill/>
            <a:miter lim="800000"/>
            <a:headEnd/>
            <a:tailEnd/>
          </a:ln>
          <a:effectLst/>
        </p:spPr>
        <p:txBody>
          <a:bodyPr/>
          <a:lstStyle/>
          <a:p>
            <a:pPr marL="342900" indent="-342900">
              <a:spcBef>
                <a:spcPct val="20000"/>
              </a:spcBef>
              <a:buClr>
                <a:schemeClr val="hlink"/>
              </a:buClr>
              <a:buFont typeface="Wingdings" pitchFamily="2" charset="2"/>
              <a:buChar char="§"/>
              <a:defRPr/>
            </a:pPr>
            <a:r>
              <a:rPr lang="hu-HU" sz="3200">
                <a:solidFill>
                  <a:schemeClr val="bg2">
                    <a:lumMod val="50000"/>
                  </a:schemeClr>
                </a:solidFill>
              </a:rPr>
              <a:t>Alberto Santos-Dumont</a:t>
            </a:r>
          </a:p>
        </p:txBody>
      </p:sp>
      <p:pic>
        <p:nvPicPr>
          <p:cNvPr id="171014" name="Picture 6" descr="images (12)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03575" y="3500438"/>
            <a:ext cx="2216150" cy="3024187"/>
          </a:xfrm>
          <a:prstGeom prst="rect">
            <a:avLst/>
          </a:prstGeom>
          <a:solidFill>
            <a:schemeClr val="tx1">
              <a:alpha val="50000"/>
            </a:schemeClr>
          </a:solidFill>
          <a:ln>
            <a:noFill/>
          </a:ln>
          <a:extLst/>
        </p:spPr>
      </p:pic>
      <p:pic>
        <p:nvPicPr>
          <p:cNvPr id="171016" name="Picture 8" descr="letöltés (4)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033" r="7442"/>
          <a:stretch>
            <a:fillRect/>
          </a:stretch>
        </p:blipFill>
        <p:spPr bwMode="auto">
          <a:xfrm>
            <a:off x="5651500" y="3500438"/>
            <a:ext cx="2376488" cy="3024187"/>
          </a:xfrm>
          <a:prstGeom prst="rect">
            <a:avLst/>
          </a:prstGeom>
          <a:solidFill>
            <a:schemeClr val="tx1">
              <a:alpha val="50000"/>
            </a:schemeClr>
          </a:solidFill>
          <a:ln>
            <a:noFill/>
          </a:ln>
          <a:extLst/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034" name="Rectangle 2"/>
          <p:cNvSpPr>
            <a:spLocks noGrp="1" noRot="1" noChangeArrowheads="1"/>
          </p:cNvSpPr>
          <p:nvPr>
            <p:ph type="title"/>
          </p:nvPr>
        </p:nvSpPr>
        <p:spPr>
          <a:solidFill>
            <a:schemeClr val="tx1">
              <a:alpha val="50000"/>
            </a:schemeClr>
          </a:solidFill>
        </p:spPr>
        <p:txBody>
          <a:bodyPr/>
          <a:lstStyle/>
          <a:p>
            <a:pPr eaLnBrk="1" hangingPunct="1">
              <a:defRPr/>
            </a:pPr>
            <a:r>
              <a:rPr lang="hu-HU">
                <a:solidFill>
                  <a:schemeClr val="bg2">
                    <a:lumMod val="50000"/>
                  </a:schemeClr>
                </a:solidFill>
                <a:effectLst/>
              </a:rPr>
              <a:t>Levegőnél nehezebb</a:t>
            </a:r>
          </a:p>
        </p:txBody>
      </p:sp>
      <p:sp>
        <p:nvSpPr>
          <p:cNvPr id="172035" name="Rectangle 3"/>
          <p:cNvSpPr>
            <a:spLocks noGrp="1" noRot="1" noChangeArrowheads="1"/>
          </p:cNvSpPr>
          <p:nvPr>
            <p:ph type="body" idx="1"/>
          </p:nvPr>
        </p:nvSpPr>
        <p:spPr>
          <a:xfrm>
            <a:off x="301625" y="1676400"/>
            <a:ext cx="8518847" cy="673100"/>
          </a:xfrm>
          <a:solidFill>
            <a:schemeClr val="tx1">
              <a:alpha val="50000"/>
            </a:schemeClr>
          </a:solidFill>
        </p:spPr>
        <p:txBody>
          <a:bodyPr/>
          <a:lstStyle/>
          <a:p>
            <a:pPr eaLnBrk="1" hangingPunct="1">
              <a:defRPr/>
            </a:pPr>
            <a:r>
              <a:rPr lang="hu-HU">
                <a:solidFill>
                  <a:schemeClr val="bg2">
                    <a:lumMod val="50000"/>
                  </a:schemeClr>
                </a:solidFill>
                <a:effectLst/>
              </a:rPr>
              <a:t>Otto és Gustav Lilienthal (1891)</a:t>
            </a:r>
          </a:p>
        </p:txBody>
      </p:sp>
      <p:pic>
        <p:nvPicPr>
          <p:cNvPr id="172037" name="Picture 5" descr="letöltés (5)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80063" y="2420938"/>
            <a:ext cx="2952750" cy="1874837"/>
          </a:xfrm>
          <a:prstGeom prst="rect">
            <a:avLst/>
          </a:prstGeom>
          <a:solidFill>
            <a:schemeClr val="tx1">
              <a:alpha val="50000"/>
            </a:schemeClr>
          </a:solidFill>
          <a:ln>
            <a:noFill/>
          </a:ln>
          <a:extLst/>
        </p:spPr>
      </p:pic>
      <p:pic>
        <p:nvPicPr>
          <p:cNvPr id="172038" name="Picture 6" descr="images (16)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67400" y="4437063"/>
            <a:ext cx="2698750" cy="2182812"/>
          </a:xfrm>
          <a:prstGeom prst="rect">
            <a:avLst/>
          </a:prstGeom>
          <a:solidFill>
            <a:schemeClr val="tx1">
              <a:alpha val="50000"/>
            </a:schemeClr>
          </a:solidFill>
          <a:ln>
            <a:noFill/>
          </a:ln>
          <a:extLst/>
        </p:spPr>
      </p:pic>
      <p:pic>
        <p:nvPicPr>
          <p:cNvPr id="172039" name="Picture 7" descr="images (14)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63938" y="2420938"/>
            <a:ext cx="1501775" cy="2016125"/>
          </a:xfrm>
          <a:prstGeom prst="rect">
            <a:avLst/>
          </a:prstGeom>
          <a:solidFill>
            <a:schemeClr val="tx1">
              <a:alpha val="50000"/>
            </a:schemeClr>
          </a:solidFill>
          <a:ln>
            <a:noFill/>
          </a:ln>
          <a:extLst/>
        </p:spPr>
      </p:pic>
      <p:pic>
        <p:nvPicPr>
          <p:cNvPr id="172040" name="Picture 8" descr="images (17)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71775" y="4508500"/>
            <a:ext cx="3017838" cy="2109788"/>
          </a:xfrm>
          <a:prstGeom prst="rect">
            <a:avLst/>
          </a:prstGeom>
          <a:solidFill>
            <a:schemeClr val="tx1">
              <a:alpha val="50000"/>
            </a:schemeClr>
          </a:solidFill>
          <a:ln>
            <a:noFill/>
          </a:ln>
          <a:extLst/>
        </p:spPr>
      </p:pic>
      <p:pic>
        <p:nvPicPr>
          <p:cNvPr id="172041" name="Picture 9" descr="044_storch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5288" y="2420938"/>
            <a:ext cx="2681287" cy="2001837"/>
          </a:xfrm>
          <a:prstGeom prst="rect">
            <a:avLst/>
          </a:prstGeom>
          <a:solidFill>
            <a:schemeClr val="tx1">
              <a:alpha val="50000"/>
            </a:schemeClr>
          </a:solidFill>
          <a:ln>
            <a:noFill/>
          </a:ln>
          <a:extLst/>
        </p:spPr>
      </p:pic>
      <p:pic>
        <p:nvPicPr>
          <p:cNvPr id="172042" name="Picture 10" descr="images (18)"/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5288" y="4508500"/>
            <a:ext cx="2232025" cy="2125663"/>
          </a:xfrm>
          <a:prstGeom prst="rect">
            <a:avLst/>
          </a:prstGeom>
          <a:solidFill>
            <a:schemeClr val="tx1">
              <a:alpha val="50000"/>
            </a:schemeClr>
          </a:solidFill>
          <a:ln>
            <a:noFill/>
          </a:ln>
          <a:extLst/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082" name="Rectangle 2"/>
          <p:cNvSpPr>
            <a:spLocks noGrp="1" noRot="1" noChangeArrowheads="1"/>
          </p:cNvSpPr>
          <p:nvPr>
            <p:ph type="title"/>
          </p:nvPr>
        </p:nvSpPr>
        <p:spPr>
          <a:solidFill>
            <a:schemeClr val="tx1">
              <a:alpha val="50000"/>
            </a:schemeClr>
          </a:solidFill>
        </p:spPr>
        <p:txBody>
          <a:bodyPr/>
          <a:lstStyle/>
          <a:p>
            <a:pPr eaLnBrk="1" hangingPunct="1">
              <a:defRPr/>
            </a:pPr>
            <a:r>
              <a:rPr lang="hu-HU">
                <a:solidFill>
                  <a:schemeClr val="bg2">
                    <a:lumMod val="50000"/>
                  </a:schemeClr>
                </a:solidFill>
                <a:effectLst/>
              </a:rPr>
              <a:t>Motoros repülés I.</a:t>
            </a:r>
          </a:p>
        </p:txBody>
      </p:sp>
      <p:sp>
        <p:nvSpPr>
          <p:cNvPr id="174083" name="Rectangle 3"/>
          <p:cNvSpPr>
            <a:spLocks noGrp="1" noRot="1" noChangeArrowheads="1"/>
          </p:cNvSpPr>
          <p:nvPr>
            <p:ph type="body" idx="1"/>
          </p:nvPr>
        </p:nvSpPr>
        <p:spPr>
          <a:xfrm>
            <a:off x="301625" y="1676400"/>
            <a:ext cx="5134471" cy="1293813"/>
          </a:xfrm>
          <a:solidFill>
            <a:schemeClr val="tx1">
              <a:alpha val="50000"/>
            </a:schemeClr>
          </a:solidFill>
        </p:spPr>
        <p:txBody>
          <a:bodyPr/>
          <a:lstStyle/>
          <a:p>
            <a:pPr eaLnBrk="1" hangingPunct="1">
              <a:defRPr/>
            </a:pPr>
            <a:r>
              <a:rPr lang="hu-HU">
                <a:solidFill>
                  <a:schemeClr val="bg2">
                    <a:lumMod val="50000"/>
                  </a:schemeClr>
                </a:solidFill>
                <a:effectLst/>
              </a:rPr>
              <a:t>Wilbur és Orville Wright</a:t>
            </a:r>
          </a:p>
          <a:p>
            <a:pPr eaLnBrk="1" hangingPunct="1">
              <a:defRPr/>
            </a:pPr>
            <a:r>
              <a:rPr lang="hu-HU">
                <a:solidFill>
                  <a:schemeClr val="bg2">
                    <a:lumMod val="50000"/>
                  </a:schemeClr>
                </a:solidFill>
                <a:effectLst/>
              </a:rPr>
              <a:t>1903. december 17.</a:t>
            </a:r>
          </a:p>
        </p:txBody>
      </p:sp>
      <p:pic>
        <p:nvPicPr>
          <p:cNvPr id="174084" name="Picture 4" descr="images (19)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7715" b="2586"/>
          <a:stretch>
            <a:fillRect/>
          </a:stretch>
        </p:blipFill>
        <p:spPr bwMode="auto">
          <a:xfrm>
            <a:off x="5076825" y="3141663"/>
            <a:ext cx="3206750" cy="1920875"/>
          </a:xfrm>
          <a:prstGeom prst="rect">
            <a:avLst/>
          </a:prstGeom>
          <a:solidFill>
            <a:schemeClr val="tx1">
              <a:alpha val="50000"/>
            </a:schemeClr>
          </a:solidFill>
          <a:ln>
            <a:noFill/>
          </a:ln>
          <a:extLst/>
        </p:spPr>
      </p:pic>
      <p:pic>
        <p:nvPicPr>
          <p:cNvPr id="174085" name="Picture 5" descr="images (22)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48263" y="1196975"/>
            <a:ext cx="1481137" cy="1800225"/>
          </a:xfrm>
          <a:prstGeom prst="rect">
            <a:avLst/>
          </a:prstGeom>
          <a:solidFill>
            <a:schemeClr val="tx1">
              <a:alpha val="50000"/>
            </a:schemeClr>
          </a:solidFill>
          <a:ln>
            <a:noFill/>
          </a:ln>
          <a:extLst/>
        </p:spPr>
      </p:pic>
      <p:pic>
        <p:nvPicPr>
          <p:cNvPr id="174086" name="Picture 6" descr="images (23)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147" r="10654"/>
          <a:stretch>
            <a:fillRect/>
          </a:stretch>
        </p:blipFill>
        <p:spPr bwMode="auto">
          <a:xfrm>
            <a:off x="6804025" y="1196975"/>
            <a:ext cx="1439863" cy="1773238"/>
          </a:xfrm>
          <a:prstGeom prst="rect">
            <a:avLst/>
          </a:prstGeom>
          <a:solidFill>
            <a:schemeClr val="tx1">
              <a:alpha val="50000"/>
            </a:schemeClr>
          </a:solidFill>
          <a:ln>
            <a:noFill/>
          </a:ln>
          <a:extLst/>
        </p:spPr>
      </p:pic>
      <p:pic>
        <p:nvPicPr>
          <p:cNvPr id="174087" name="Picture 7" descr="letöltés (8)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854" t="5014" r="2882" b="24178"/>
          <a:stretch>
            <a:fillRect/>
          </a:stretch>
        </p:blipFill>
        <p:spPr bwMode="auto">
          <a:xfrm>
            <a:off x="395288" y="3141663"/>
            <a:ext cx="4608512" cy="2532062"/>
          </a:xfrm>
          <a:prstGeom prst="rect">
            <a:avLst/>
          </a:prstGeom>
          <a:solidFill>
            <a:schemeClr val="tx1">
              <a:alpha val="50000"/>
            </a:schemeClr>
          </a:solidFill>
          <a:ln>
            <a:noFill/>
          </a:ln>
          <a:extLst/>
        </p:spPr>
      </p:pic>
      <p:pic>
        <p:nvPicPr>
          <p:cNvPr id="174088" name="Picture 8" descr="images (20)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76600" y="4868863"/>
            <a:ext cx="2505075" cy="1828800"/>
          </a:xfrm>
          <a:prstGeom prst="rect">
            <a:avLst/>
          </a:prstGeom>
          <a:solidFill>
            <a:schemeClr val="tx1">
              <a:alpha val="50000"/>
            </a:schemeClr>
          </a:solidFill>
          <a:ln>
            <a:noFill/>
          </a:ln>
          <a:extLst/>
        </p:spPr>
      </p:pic>
      <p:pic>
        <p:nvPicPr>
          <p:cNvPr id="174089" name="Picture 9" descr="images (24)"/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72225" y="5146675"/>
            <a:ext cx="1925638" cy="1522413"/>
          </a:xfrm>
          <a:prstGeom prst="rect">
            <a:avLst/>
          </a:prstGeom>
          <a:solidFill>
            <a:schemeClr val="tx1">
              <a:alpha val="50000"/>
            </a:schemeClr>
          </a:solidFill>
          <a:ln>
            <a:noFill/>
          </a:ln>
          <a:extLst/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058" name="Rectangle 2"/>
          <p:cNvSpPr>
            <a:spLocks noGrp="1" noRot="1" noChangeArrowheads="1"/>
          </p:cNvSpPr>
          <p:nvPr>
            <p:ph type="title"/>
          </p:nvPr>
        </p:nvSpPr>
        <p:spPr>
          <a:solidFill>
            <a:schemeClr val="tx1">
              <a:alpha val="50000"/>
            </a:schemeClr>
          </a:solidFill>
        </p:spPr>
        <p:txBody>
          <a:bodyPr/>
          <a:lstStyle/>
          <a:p>
            <a:pPr eaLnBrk="1" hangingPunct="1">
              <a:defRPr/>
            </a:pPr>
            <a:r>
              <a:rPr lang="hu-HU">
                <a:solidFill>
                  <a:schemeClr val="bg2">
                    <a:lumMod val="50000"/>
                  </a:schemeClr>
                </a:solidFill>
                <a:effectLst/>
              </a:rPr>
              <a:t>Motoros repülés II.</a:t>
            </a:r>
          </a:p>
        </p:txBody>
      </p:sp>
      <p:sp>
        <p:nvSpPr>
          <p:cNvPr id="173059" name="Rectangle 3"/>
          <p:cNvSpPr>
            <a:spLocks noGrp="1" noRot="1" noChangeArrowheads="1"/>
          </p:cNvSpPr>
          <p:nvPr>
            <p:ph type="body" idx="1"/>
          </p:nvPr>
        </p:nvSpPr>
        <p:spPr>
          <a:xfrm>
            <a:off x="301625" y="1676400"/>
            <a:ext cx="8518525" cy="1824608"/>
          </a:xfrm>
          <a:solidFill>
            <a:schemeClr val="tx1">
              <a:alpha val="50000"/>
            </a:schemeClr>
          </a:solidFill>
        </p:spPr>
        <p:txBody>
          <a:bodyPr/>
          <a:lstStyle/>
          <a:p>
            <a:pPr eaLnBrk="1" hangingPunct="1">
              <a:defRPr/>
            </a:pPr>
            <a:r>
              <a:rPr lang="hu-HU" dirty="0">
                <a:solidFill>
                  <a:schemeClr val="bg2">
                    <a:lumMod val="50000"/>
                  </a:schemeClr>
                </a:solidFill>
                <a:effectLst/>
              </a:rPr>
              <a:t>Alberto </a:t>
            </a:r>
            <a:r>
              <a:rPr lang="hu-HU" dirty="0" err="1">
                <a:solidFill>
                  <a:schemeClr val="bg2">
                    <a:lumMod val="50000"/>
                  </a:schemeClr>
                </a:solidFill>
                <a:effectLst/>
              </a:rPr>
              <a:t>Santos-Dumont</a:t>
            </a:r>
            <a:endParaRPr lang="hu-HU" dirty="0">
              <a:solidFill>
                <a:schemeClr val="bg2">
                  <a:lumMod val="50000"/>
                </a:schemeClr>
              </a:solidFill>
              <a:effectLst/>
            </a:endParaRPr>
          </a:p>
          <a:p>
            <a:pPr eaLnBrk="1" hangingPunct="1">
              <a:defRPr/>
            </a:pPr>
            <a:r>
              <a:rPr lang="hu-HU" dirty="0">
                <a:solidFill>
                  <a:schemeClr val="bg2">
                    <a:lumMod val="50000"/>
                  </a:schemeClr>
                </a:solidFill>
                <a:effectLst/>
              </a:rPr>
              <a:t>1906. október 23. Első európai repülés</a:t>
            </a:r>
          </a:p>
          <a:p>
            <a:pPr eaLnBrk="1" hangingPunct="1">
              <a:defRPr/>
            </a:pPr>
            <a:r>
              <a:rPr lang="hu-HU" dirty="0">
                <a:solidFill>
                  <a:schemeClr val="bg2">
                    <a:lumMod val="50000"/>
                  </a:schemeClr>
                </a:solidFill>
                <a:effectLst/>
              </a:rPr>
              <a:t>„</a:t>
            </a:r>
            <a:r>
              <a:rPr lang="hu-HU" dirty="0" err="1">
                <a:solidFill>
                  <a:schemeClr val="bg2">
                    <a:lumMod val="50000"/>
                  </a:schemeClr>
                </a:solidFill>
                <a:effectLst/>
              </a:rPr>
              <a:t>Demoiselle</a:t>
            </a:r>
            <a:r>
              <a:rPr lang="hu-HU" dirty="0">
                <a:solidFill>
                  <a:schemeClr val="bg2">
                    <a:lumMod val="50000"/>
                  </a:schemeClr>
                </a:solidFill>
                <a:effectLst/>
              </a:rPr>
              <a:t>”</a:t>
            </a:r>
          </a:p>
        </p:txBody>
      </p:sp>
      <p:pic>
        <p:nvPicPr>
          <p:cNvPr id="173060" name="Picture 4" descr="letöltés (6)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27538" y="3213100"/>
            <a:ext cx="4392612" cy="2787650"/>
          </a:xfrm>
          <a:prstGeom prst="rect">
            <a:avLst/>
          </a:prstGeom>
          <a:solidFill>
            <a:schemeClr val="tx1">
              <a:alpha val="50000"/>
            </a:schemeClr>
          </a:solidFill>
          <a:ln>
            <a:noFill/>
          </a:ln>
          <a:extLst/>
        </p:spPr>
      </p:pic>
      <p:pic>
        <p:nvPicPr>
          <p:cNvPr id="173061" name="Picture 5" descr="letöltés (7)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5288" y="3789363"/>
            <a:ext cx="3889375" cy="2233612"/>
          </a:xfrm>
          <a:prstGeom prst="rect">
            <a:avLst/>
          </a:prstGeom>
          <a:solidFill>
            <a:schemeClr val="tx1">
              <a:alpha val="50000"/>
            </a:schemeClr>
          </a:solidFill>
          <a:ln>
            <a:noFill/>
          </a:ln>
          <a:extLst/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794" name="Rectangle 2"/>
          <p:cNvSpPr>
            <a:spLocks noGrp="1" noRot="1" noChangeArrowheads="1"/>
          </p:cNvSpPr>
          <p:nvPr>
            <p:ph type="title"/>
          </p:nvPr>
        </p:nvSpPr>
        <p:spPr>
          <a:solidFill>
            <a:schemeClr val="tx1">
              <a:alpha val="50000"/>
            </a:schemeClr>
          </a:solidFill>
        </p:spPr>
        <p:txBody>
          <a:bodyPr/>
          <a:lstStyle/>
          <a:p>
            <a:pPr eaLnBrk="1" hangingPunct="1">
              <a:defRPr/>
            </a:pPr>
            <a:r>
              <a:rPr lang="hu-HU">
                <a:solidFill>
                  <a:schemeClr val="bg2">
                    <a:lumMod val="50000"/>
                  </a:schemeClr>
                </a:solidFill>
                <a:effectLst/>
              </a:rPr>
              <a:t>3. Az ejtőernyők típusai</a:t>
            </a:r>
          </a:p>
        </p:txBody>
      </p:sp>
      <p:sp>
        <p:nvSpPr>
          <p:cNvPr id="161795" name="Rectangle 3"/>
          <p:cNvSpPr>
            <a:spLocks noGrp="1" noRot="1" noChangeArrowheads="1"/>
          </p:cNvSpPr>
          <p:nvPr>
            <p:ph type="body" idx="1"/>
          </p:nvPr>
        </p:nvSpPr>
        <p:spPr>
          <a:xfrm>
            <a:off x="323850" y="2060575"/>
            <a:ext cx="4991100" cy="3624263"/>
          </a:xfrm>
          <a:solidFill>
            <a:schemeClr val="tx1">
              <a:alpha val="50000"/>
            </a:schemeClr>
          </a:solidFill>
        </p:spPr>
        <p:txBody>
          <a:bodyPr/>
          <a:lstStyle/>
          <a:p>
            <a:pPr eaLnBrk="1" hangingPunct="1">
              <a:buFont typeface="Wingdings" pitchFamily="2" charset="2"/>
              <a:buNone/>
              <a:defRPr/>
            </a:pPr>
            <a:r>
              <a:rPr lang="hu-HU">
                <a:solidFill>
                  <a:schemeClr val="bg2">
                    <a:lumMod val="50000"/>
                  </a:schemeClr>
                </a:solidFill>
                <a:effectLst/>
              </a:rPr>
              <a:t>Az ejtőernyő olyan eszköz, ami légellenállása révén biztonságos földetérési sebességre csökkenti az egyébként szabadon eső test zuhanását. </a:t>
            </a:r>
          </a:p>
        </p:txBody>
      </p:sp>
      <p:pic>
        <p:nvPicPr>
          <p:cNvPr id="161796" name="Picture 4" descr="images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51500" y="1916113"/>
            <a:ext cx="2781300" cy="4103687"/>
          </a:xfrm>
          <a:prstGeom prst="rect">
            <a:avLst/>
          </a:prstGeom>
          <a:solidFill>
            <a:schemeClr val="tx1">
              <a:alpha val="50000"/>
            </a:schemeClr>
          </a:solidFill>
          <a:ln>
            <a:noFill/>
          </a:ln>
          <a:extLst/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818" name="Rectangle 2"/>
          <p:cNvSpPr>
            <a:spLocks noGrp="1" noRot="1" noChangeArrowheads="1"/>
          </p:cNvSpPr>
          <p:nvPr>
            <p:ph type="title"/>
          </p:nvPr>
        </p:nvSpPr>
        <p:spPr>
          <a:solidFill>
            <a:schemeClr val="tx1">
              <a:alpha val="50000"/>
            </a:schemeClr>
          </a:solidFill>
        </p:spPr>
        <p:txBody>
          <a:bodyPr/>
          <a:lstStyle/>
          <a:p>
            <a:pPr eaLnBrk="1" hangingPunct="1">
              <a:defRPr/>
            </a:pPr>
            <a:r>
              <a:rPr lang="hu-HU" dirty="0">
                <a:solidFill>
                  <a:schemeClr val="bg2">
                    <a:lumMod val="50000"/>
                  </a:schemeClr>
                </a:solidFill>
                <a:effectLst/>
              </a:rPr>
              <a:t>Ejtőernyő fajták</a:t>
            </a:r>
          </a:p>
        </p:txBody>
      </p:sp>
      <p:sp>
        <p:nvSpPr>
          <p:cNvPr id="162819" name="Rectangle 3"/>
          <p:cNvSpPr>
            <a:spLocks noGrp="1" noRot="1" noChangeArrowheads="1"/>
          </p:cNvSpPr>
          <p:nvPr>
            <p:ph type="body" idx="1"/>
          </p:nvPr>
        </p:nvSpPr>
        <p:spPr>
          <a:xfrm>
            <a:off x="301625" y="1676400"/>
            <a:ext cx="8540750" cy="4848225"/>
          </a:xfrm>
          <a:solidFill>
            <a:schemeClr val="tx1">
              <a:alpha val="50000"/>
            </a:schemeClr>
          </a:solidFill>
        </p:spPr>
        <p:txBody>
          <a:bodyPr/>
          <a:lstStyle/>
          <a:p>
            <a:pPr eaLnBrk="1" hangingPunct="1">
              <a:lnSpc>
                <a:spcPct val="80000"/>
              </a:lnSpc>
              <a:defRPr/>
            </a:pPr>
            <a:r>
              <a:rPr lang="hu-HU" sz="2400" b="1" dirty="0">
                <a:solidFill>
                  <a:schemeClr val="bg2">
                    <a:lumMod val="50000"/>
                  </a:schemeClr>
                </a:solidFill>
                <a:effectLst/>
              </a:rPr>
              <a:t>Mentőernyő:</a:t>
            </a:r>
            <a:r>
              <a:rPr lang="hu-HU" sz="2400" dirty="0">
                <a:solidFill>
                  <a:schemeClr val="bg2">
                    <a:lumMod val="50000"/>
                  </a:schemeClr>
                </a:solidFill>
                <a:effectLst/>
              </a:rPr>
              <a:t> meghibásodott </a:t>
            </a:r>
            <a:r>
              <a:rPr lang="hu-HU" sz="2400" dirty="0" err="1">
                <a:solidFill>
                  <a:schemeClr val="bg2">
                    <a:lumMod val="50000"/>
                  </a:schemeClr>
                </a:solidFill>
                <a:effectLst/>
              </a:rPr>
              <a:t>légijárműből</a:t>
            </a:r>
            <a:r>
              <a:rPr lang="hu-HU" sz="2400" dirty="0">
                <a:solidFill>
                  <a:schemeClr val="bg2">
                    <a:lumMod val="50000"/>
                  </a:schemeClr>
                </a:solidFill>
                <a:effectLst/>
              </a:rPr>
              <a:t>, emberi élet mentésre szolgál, általában a pilóták és a repülőgép személyzete használja</a:t>
            </a:r>
          </a:p>
          <a:p>
            <a:pPr eaLnBrk="1" hangingPunct="1">
              <a:lnSpc>
                <a:spcPct val="80000"/>
              </a:lnSpc>
              <a:defRPr/>
            </a:pPr>
            <a:r>
              <a:rPr lang="hu-HU" sz="2400" b="1" dirty="0">
                <a:solidFill>
                  <a:schemeClr val="bg2">
                    <a:lumMod val="50000"/>
                  </a:schemeClr>
                </a:solidFill>
                <a:effectLst/>
              </a:rPr>
              <a:t>Tartalékernyő:</a:t>
            </a:r>
            <a:r>
              <a:rPr lang="hu-HU" sz="2400" dirty="0">
                <a:solidFill>
                  <a:schemeClr val="bg2">
                    <a:lumMod val="50000"/>
                  </a:schemeClr>
                </a:solidFill>
                <a:effectLst/>
              </a:rPr>
              <a:t> (néha hibásan: „mentőernyő”) kizárólag a sportejtőernyőknél használatos, a rendellenesen működő főejtőernyő leoldása után nyitják, életmentés céljából</a:t>
            </a:r>
          </a:p>
          <a:p>
            <a:pPr eaLnBrk="1" hangingPunct="1">
              <a:lnSpc>
                <a:spcPct val="80000"/>
              </a:lnSpc>
              <a:defRPr/>
            </a:pPr>
            <a:r>
              <a:rPr lang="hu-HU" sz="2400" b="1" dirty="0">
                <a:solidFill>
                  <a:schemeClr val="bg2">
                    <a:lumMod val="50000"/>
                  </a:schemeClr>
                </a:solidFill>
                <a:effectLst/>
              </a:rPr>
              <a:t>Sportejtőernyő:</a:t>
            </a:r>
            <a:r>
              <a:rPr lang="hu-HU" sz="2400" dirty="0">
                <a:solidFill>
                  <a:schemeClr val="bg2">
                    <a:lumMod val="50000"/>
                  </a:schemeClr>
                </a:solidFill>
                <a:effectLst/>
              </a:rPr>
              <a:t> sport vagy szórakoztatási célú használatra. Ide sorolható a </a:t>
            </a:r>
            <a:r>
              <a:rPr lang="hu-HU" sz="2400" dirty="0" err="1">
                <a:solidFill>
                  <a:schemeClr val="bg2">
                    <a:lumMod val="50000"/>
                  </a:schemeClr>
                </a:solidFill>
                <a:effectLst/>
              </a:rPr>
              <a:t>célbaugró</a:t>
            </a:r>
            <a:r>
              <a:rPr lang="hu-HU" sz="2400" dirty="0">
                <a:solidFill>
                  <a:schemeClr val="bg2">
                    <a:lumMod val="50000"/>
                  </a:schemeClr>
                </a:solidFill>
                <a:effectLst/>
              </a:rPr>
              <a:t>, kupolaforma-ugró, tandem, </a:t>
            </a:r>
            <a:r>
              <a:rPr lang="hu-HU" sz="2400" i="1" dirty="0" err="1">
                <a:solidFill>
                  <a:schemeClr val="bg2">
                    <a:lumMod val="50000"/>
                  </a:schemeClr>
                </a:solidFill>
                <a:effectLst/>
              </a:rPr>
              <a:t>swoop</a:t>
            </a:r>
            <a:r>
              <a:rPr lang="hu-HU" sz="2400" dirty="0">
                <a:solidFill>
                  <a:schemeClr val="bg2">
                    <a:lumMod val="50000"/>
                  </a:schemeClr>
                </a:solidFill>
                <a:effectLst/>
              </a:rPr>
              <a:t>, BASE ejtőernyők. (a sportejtőernyők, kivéve a BASE ernyőket, minden esetben két ernyőt, egy főernyőt és tartalékernyőt tartalmaz, melyeknek méretei nagyjából megegyezőek)</a:t>
            </a:r>
          </a:p>
          <a:p>
            <a:pPr eaLnBrk="1" hangingPunct="1">
              <a:lnSpc>
                <a:spcPct val="80000"/>
              </a:lnSpc>
              <a:defRPr/>
            </a:pPr>
            <a:r>
              <a:rPr lang="hu-HU" sz="2400" b="1" dirty="0">
                <a:solidFill>
                  <a:schemeClr val="bg2">
                    <a:lumMod val="50000"/>
                  </a:schemeClr>
                </a:solidFill>
                <a:effectLst/>
              </a:rPr>
              <a:t>Teherernyő:</a:t>
            </a:r>
            <a:r>
              <a:rPr lang="hu-HU" sz="2400" dirty="0">
                <a:solidFill>
                  <a:schemeClr val="bg2">
                    <a:lumMod val="50000"/>
                  </a:schemeClr>
                </a:solidFill>
                <a:effectLst/>
              </a:rPr>
              <a:t> főként katonai célú terhek (pl. élelmiszer, gyógyszer, lőszer, haditechnikai eszközök, </a:t>
            </a:r>
            <a:r>
              <a:rPr lang="hu-HU" sz="2400" dirty="0" smtClean="0">
                <a:solidFill>
                  <a:schemeClr val="bg2">
                    <a:lumMod val="50000"/>
                  </a:schemeClr>
                </a:solidFill>
                <a:effectLst/>
              </a:rPr>
              <a:t>stb.) </a:t>
            </a:r>
            <a:r>
              <a:rPr lang="hu-HU" sz="2400" dirty="0">
                <a:solidFill>
                  <a:schemeClr val="bg2">
                    <a:lumMod val="50000"/>
                  </a:schemeClr>
                </a:solidFill>
                <a:effectLst/>
              </a:rPr>
              <a:t>biztonságos földre juttatására</a:t>
            </a:r>
            <a:r>
              <a:rPr lang="hu-HU" sz="2000" dirty="0">
                <a:solidFill>
                  <a:schemeClr val="bg2">
                    <a:lumMod val="50000"/>
                  </a:schemeClr>
                </a:solidFill>
                <a:effectLst/>
              </a:rPr>
              <a:t> 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722" name="Rectangle 2"/>
          <p:cNvSpPr>
            <a:spLocks noGrp="1" noRot="1" noChangeArrowheads="1"/>
          </p:cNvSpPr>
          <p:nvPr>
            <p:ph type="title"/>
          </p:nvPr>
        </p:nvSpPr>
        <p:spPr>
          <a:solidFill>
            <a:schemeClr val="tx1">
              <a:alpha val="50000"/>
            </a:schemeClr>
          </a:solidFill>
        </p:spPr>
        <p:txBody>
          <a:bodyPr/>
          <a:lstStyle/>
          <a:p>
            <a:pPr eaLnBrk="1" hangingPunct="1">
              <a:defRPr/>
            </a:pPr>
            <a:r>
              <a:rPr lang="hu-HU">
                <a:solidFill>
                  <a:schemeClr val="bg2">
                    <a:lumMod val="50000"/>
                  </a:schemeClr>
                </a:solidFill>
                <a:effectLst/>
              </a:rPr>
              <a:t>Az ejtőernyő fejlődése</a:t>
            </a:r>
          </a:p>
        </p:txBody>
      </p:sp>
      <p:sp>
        <p:nvSpPr>
          <p:cNvPr id="158723" name="Rectangle 3"/>
          <p:cNvSpPr>
            <a:spLocks noGrp="1" noRot="1" noChangeArrowheads="1"/>
          </p:cNvSpPr>
          <p:nvPr>
            <p:ph type="body" idx="1"/>
          </p:nvPr>
        </p:nvSpPr>
        <p:spPr>
          <a:xfrm>
            <a:off x="301625" y="1676400"/>
            <a:ext cx="8540750" cy="1752600"/>
          </a:xfrm>
          <a:solidFill>
            <a:schemeClr val="tx1">
              <a:alpha val="50000"/>
            </a:schemeClr>
          </a:solidFill>
        </p:spPr>
        <p:txBody>
          <a:bodyPr/>
          <a:lstStyle/>
          <a:p>
            <a:pPr eaLnBrk="1" hangingPunct="1">
              <a:defRPr/>
            </a:pPr>
            <a:r>
              <a:rPr lang="hu-HU">
                <a:solidFill>
                  <a:schemeClr val="bg2">
                    <a:lumMod val="50000"/>
                  </a:schemeClr>
                </a:solidFill>
                <a:effectLst/>
              </a:rPr>
              <a:t>Jean-Pierre Blanchard: selyemernyő (1793)</a:t>
            </a:r>
          </a:p>
          <a:p>
            <a:pPr eaLnBrk="1" hangingPunct="1">
              <a:defRPr/>
            </a:pPr>
            <a:r>
              <a:rPr lang="hu-HU">
                <a:solidFill>
                  <a:schemeClr val="bg2">
                    <a:lumMod val="50000"/>
                  </a:schemeClr>
                </a:solidFill>
                <a:effectLst/>
              </a:rPr>
              <a:t>Thomas Baldwin: testre erősíthető hám (1887)</a:t>
            </a:r>
          </a:p>
          <a:p>
            <a:pPr eaLnBrk="1" hangingPunct="1">
              <a:defRPr/>
            </a:pPr>
            <a:endParaRPr lang="hu-HU">
              <a:solidFill>
                <a:schemeClr val="bg2">
                  <a:lumMod val="50000"/>
                </a:schemeClr>
              </a:solidFill>
              <a:effectLst/>
            </a:endParaRPr>
          </a:p>
        </p:txBody>
      </p:sp>
      <p:sp>
        <p:nvSpPr>
          <p:cNvPr id="158724" name="Rectangle 4"/>
          <p:cNvSpPr>
            <a:spLocks noRot="1" noChangeArrowheads="1"/>
          </p:cNvSpPr>
          <p:nvPr/>
        </p:nvSpPr>
        <p:spPr bwMode="auto">
          <a:xfrm>
            <a:off x="322263" y="3501380"/>
            <a:ext cx="4826000" cy="647700"/>
          </a:xfrm>
          <a:prstGeom prst="rect">
            <a:avLst/>
          </a:prstGeom>
          <a:solidFill>
            <a:schemeClr val="tx1">
              <a:alpha val="50000"/>
            </a:schemeClr>
          </a:solidFill>
          <a:ln w="9525">
            <a:noFill/>
            <a:miter lim="800000"/>
            <a:headEnd/>
            <a:tailEnd/>
          </a:ln>
          <a:effectLst/>
        </p:spPr>
        <p:txBody>
          <a:bodyPr/>
          <a:lstStyle/>
          <a:p>
            <a:pPr marL="342900" indent="-342900">
              <a:spcBef>
                <a:spcPct val="20000"/>
              </a:spcBef>
              <a:buClr>
                <a:schemeClr val="hlink"/>
              </a:buClr>
              <a:buFont typeface="Wingdings" pitchFamily="2" charset="2"/>
              <a:buChar char="§"/>
              <a:defRPr/>
            </a:pPr>
            <a:r>
              <a:rPr lang="hu-HU" sz="3200" dirty="0" err="1">
                <a:solidFill>
                  <a:schemeClr val="bg2">
                    <a:lumMod val="50000"/>
                  </a:schemeClr>
                </a:solidFill>
              </a:rPr>
              <a:t>Gleb</a:t>
            </a:r>
            <a:r>
              <a:rPr lang="hu-HU" sz="3200" dirty="0">
                <a:solidFill>
                  <a:schemeClr val="bg2">
                    <a:lumMod val="50000"/>
                  </a:schemeClr>
                </a:solidFill>
              </a:rPr>
              <a:t> </a:t>
            </a:r>
            <a:r>
              <a:rPr lang="hu-HU" sz="3200" dirty="0" err="1">
                <a:solidFill>
                  <a:schemeClr val="bg2">
                    <a:lumMod val="50000"/>
                  </a:schemeClr>
                </a:solidFill>
              </a:rPr>
              <a:t>Kotelnikov</a:t>
            </a:r>
            <a:r>
              <a:rPr lang="hu-HU" sz="3200" dirty="0">
                <a:solidFill>
                  <a:schemeClr val="bg2">
                    <a:lumMod val="50000"/>
                  </a:schemeClr>
                </a:solidFill>
              </a:rPr>
              <a:t> (1911)</a:t>
            </a:r>
          </a:p>
        </p:txBody>
      </p:sp>
      <p:pic>
        <p:nvPicPr>
          <p:cNvPr id="158725" name="Picture 5" descr="Gleb_Kotelnikov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88125" y="2924175"/>
            <a:ext cx="2025650" cy="3240088"/>
          </a:xfrm>
          <a:prstGeom prst="rect">
            <a:avLst/>
          </a:prstGeom>
          <a:solidFill>
            <a:schemeClr val="tx1">
              <a:alpha val="50000"/>
            </a:schemeClr>
          </a:solidFill>
          <a:ln>
            <a:noFill/>
          </a:ln>
          <a:extLst/>
        </p:spPr>
      </p:pic>
      <p:sp>
        <p:nvSpPr>
          <p:cNvPr id="158726" name="Rectangle 6"/>
          <p:cNvSpPr>
            <a:spLocks noRot="1" noChangeArrowheads="1"/>
          </p:cNvSpPr>
          <p:nvPr/>
        </p:nvSpPr>
        <p:spPr bwMode="auto">
          <a:xfrm>
            <a:off x="322263" y="4148856"/>
            <a:ext cx="4826000" cy="1008063"/>
          </a:xfrm>
          <a:prstGeom prst="rect">
            <a:avLst/>
          </a:prstGeom>
          <a:solidFill>
            <a:schemeClr val="tx1">
              <a:alpha val="50000"/>
            </a:schemeClr>
          </a:solidFill>
          <a:ln w="9525">
            <a:noFill/>
            <a:miter lim="800000"/>
            <a:headEnd/>
            <a:tailEnd/>
          </a:ln>
          <a:effectLst/>
        </p:spPr>
        <p:txBody>
          <a:bodyPr/>
          <a:lstStyle/>
          <a:p>
            <a:pPr marL="342900" indent="-342900">
              <a:spcBef>
                <a:spcPct val="20000"/>
              </a:spcBef>
              <a:buClr>
                <a:schemeClr val="hlink"/>
              </a:buClr>
              <a:buFont typeface="Wingdings" pitchFamily="2" charset="2"/>
              <a:buChar char="§"/>
              <a:defRPr/>
            </a:pPr>
            <a:r>
              <a:rPr lang="hu-HU" sz="3200" dirty="0">
                <a:solidFill>
                  <a:schemeClr val="bg2">
                    <a:lumMod val="50000"/>
                  </a:schemeClr>
                </a:solidFill>
              </a:rPr>
              <a:t>Paul </a:t>
            </a:r>
            <a:r>
              <a:rPr lang="hu-HU" sz="3200" dirty="0" err="1">
                <a:solidFill>
                  <a:schemeClr val="bg2">
                    <a:lumMod val="50000"/>
                  </a:schemeClr>
                </a:solidFill>
              </a:rPr>
              <a:t>Letterman</a:t>
            </a:r>
            <a:r>
              <a:rPr lang="hu-HU" sz="3200" dirty="0">
                <a:solidFill>
                  <a:schemeClr val="bg2">
                    <a:lumMod val="50000"/>
                  </a:schemeClr>
                </a:solidFill>
              </a:rPr>
              <a:t> és K</a:t>
            </a:r>
            <a:r>
              <a:rPr lang="en-US" sz="3200" dirty="0">
                <a:solidFill>
                  <a:schemeClr val="bg2">
                    <a:lumMod val="50000"/>
                  </a:schemeClr>
                </a:solidFill>
                <a:cs typeface="Arial" charset="0"/>
              </a:rPr>
              <a:t>ä</a:t>
            </a:r>
            <a:r>
              <a:rPr lang="hu-HU" sz="3200" dirty="0" err="1">
                <a:solidFill>
                  <a:schemeClr val="bg2">
                    <a:lumMod val="50000"/>
                  </a:schemeClr>
                </a:solidFill>
              </a:rPr>
              <a:t>the</a:t>
            </a:r>
            <a:r>
              <a:rPr lang="hu-HU" sz="3200" dirty="0">
                <a:solidFill>
                  <a:schemeClr val="bg2">
                    <a:lumMod val="50000"/>
                  </a:schemeClr>
                </a:solidFill>
              </a:rPr>
              <a:t> </a:t>
            </a:r>
            <a:r>
              <a:rPr lang="hu-HU" sz="3200" dirty="0" err="1">
                <a:solidFill>
                  <a:schemeClr val="bg2">
                    <a:lumMod val="50000"/>
                  </a:schemeClr>
                </a:solidFill>
              </a:rPr>
              <a:t>Paulus</a:t>
            </a:r>
            <a:r>
              <a:rPr lang="hu-HU" sz="3200" dirty="0">
                <a:solidFill>
                  <a:schemeClr val="bg2">
                    <a:lumMod val="50000"/>
                  </a:schemeClr>
                </a:solidFill>
              </a:rPr>
              <a:t> (1916)</a:t>
            </a:r>
          </a:p>
        </p:txBody>
      </p:sp>
      <p:sp>
        <p:nvSpPr>
          <p:cNvPr id="158727" name="Rectangle 7"/>
          <p:cNvSpPr>
            <a:spLocks noRot="1" noChangeArrowheads="1"/>
          </p:cNvSpPr>
          <p:nvPr/>
        </p:nvSpPr>
        <p:spPr bwMode="auto">
          <a:xfrm>
            <a:off x="323850" y="5229944"/>
            <a:ext cx="4826000" cy="576262"/>
          </a:xfrm>
          <a:prstGeom prst="rect">
            <a:avLst/>
          </a:prstGeom>
          <a:solidFill>
            <a:schemeClr val="tx1">
              <a:alpha val="50000"/>
            </a:schemeClr>
          </a:solidFill>
          <a:ln w="9525">
            <a:noFill/>
            <a:miter lim="800000"/>
            <a:headEnd/>
            <a:tailEnd/>
          </a:ln>
          <a:effectLst/>
        </p:spPr>
        <p:txBody>
          <a:bodyPr/>
          <a:lstStyle/>
          <a:p>
            <a:pPr marL="342900" indent="-342900">
              <a:spcBef>
                <a:spcPct val="20000"/>
              </a:spcBef>
              <a:buClr>
                <a:schemeClr val="hlink"/>
              </a:buClr>
              <a:buFont typeface="Wingdings" pitchFamily="2" charset="2"/>
              <a:buChar char="§"/>
              <a:defRPr/>
            </a:pPr>
            <a:r>
              <a:rPr lang="hu-HU" sz="3200">
                <a:solidFill>
                  <a:schemeClr val="bg2">
                    <a:lumMod val="50000"/>
                  </a:schemeClr>
                </a:solidFill>
              </a:rPr>
              <a:t>Otto Heineke (1919)</a:t>
            </a:r>
          </a:p>
        </p:txBody>
      </p:sp>
      <p:sp>
        <p:nvSpPr>
          <p:cNvPr id="158728" name="Rectangle 8"/>
          <p:cNvSpPr>
            <a:spLocks noRot="1" noChangeArrowheads="1"/>
          </p:cNvSpPr>
          <p:nvPr/>
        </p:nvSpPr>
        <p:spPr bwMode="auto">
          <a:xfrm>
            <a:off x="323850" y="5949081"/>
            <a:ext cx="4826000" cy="576263"/>
          </a:xfrm>
          <a:prstGeom prst="rect">
            <a:avLst/>
          </a:prstGeom>
          <a:solidFill>
            <a:schemeClr val="tx1">
              <a:alpha val="50000"/>
            </a:schemeClr>
          </a:solidFill>
          <a:ln w="9525">
            <a:noFill/>
            <a:miter lim="800000"/>
            <a:headEnd/>
            <a:tailEnd/>
          </a:ln>
          <a:effectLst/>
        </p:spPr>
        <p:txBody>
          <a:bodyPr/>
          <a:lstStyle/>
          <a:p>
            <a:pPr marL="342900" indent="-342900">
              <a:spcBef>
                <a:spcPct val="20000"/>
              </a:spcBef>
              <a:buClr>
                <a:schemeClr val="hlink"/>
              </a:buClr>
              <a:buFont typeface="Wingdings" pitchFamily="2" charset="2"/>
              <a:buChar char="§"/>
              <a:defRPr/>
            </a:pPr>
            <a:r>
              <a:rPr lang="hu-HU" sz="3200">
                <a:solidFill>
                  <a:schemeClr val="bg2">
                    <a:lumMod val="50000"/>
                  </a:schemeClr>
                </a:solidFill>
              </a:rPr>
              <a:t>E.R. Calthrop (1920)</a:t>
            </a:r>
          </a:p>
        </p:txBody>
      </p:sp>
      <p:sp>
        <p:nvSpPr>
          <p:cNvPr id="1034" name="Rectangle 10"/>
          <p:cNvSpPr>
            <a:spLocks noChangeArrowheads="1"/>
          </p:cNvSpPr>
          <p:nvPr/>
        </p:nvSpPr>
        <p:spPr bwMode="auto">
          <a:xfrm>
            <a:off x="0" y="1715572"/>
            <a:ext cx="184731" cy="369332"/>
          </a:xfrm>
          <a:prstGeom prst="rect">
            <a:avLst/>
          </a:prstGeom>
          <a:solidFill>
            <a:schemeClr val="tx1">
              <a:alpha val="50000"/>
            </a:schemeClr>
          </a:solidFill>
          <a:ln>
            <a:noFill/>
          </a:ln>
          <a:extLst/>
        </p:spPr>
        <p:txBody>
          <a:bodyPr wrap="none"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endParaRPr lang="hu-HU" altLang="hu-HU">
              <a:solidFill>
                <a:schemeClr val="bg2">
                  <a:lumMod val="50000"/>
                </a:schemeClr>
              </a:solidFill>
            </a:endParaRPr>
          </a:p>
        </p:txBody>
      </p:sp>
      <p:graphicFrame>
        <p:nvGraphicFramePr>
          <p:cNvPr id="158729" name="Object 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854029235"/>
              </p:ext>
            </p:extLst>
          </p:nvPr>
        </p:nvGraphicFramePr>
        <p:xfrm>
          <a:off x="4572000" y="4076700"/>
          <a:ext cx="1971675" cy="20891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40" r:id="rId4" imgW="3605784" imgH="3840480" progId="">
                  <p:embed/>
                </p:oleObj>
              </mc:Choice>
              <mc:Fallback>
                <p:oleObj r:id="rId4" imgW="3605784" imgH="3840480" progId="">
                  <p:embed/>
                  <p:pic>
                    <p:nvPicPr>
                      <p:cNvPr id="0" name="Object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572000" y="4076700"/>
                        <a:ext cx="1971675" cy="208915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770" name="Rectangle 2"/>
          <p:cNvSpPr>
            <a:spLocks noGrp="1" noRot="1" noChangeArrowheads="1"/>
          </p:cNvSpPr>
          <p:nvPr>
            <p:ph type="title"/>
          </p:nvPr>
        </p:nvSpPr>
        <p:spPr>
          <a:solidFill>
            <a:schemeClr val="tx1">
              <a:alpha val="50000"/>
            </a:schemeClr>
          </a:solidFill>
        </p:spPr>
        <p:txBody>
          <a:bodyPr/>
          <a:lstStyle/>
          <a:p>
            <a:pPr eaLnBrk="1" hangingPunct="1">
              <a:defRPr/>
            </a:pPr>
            <a:r>
              <a:rPr lang="hu-HU">
                <a:solidFill>
                  <a:schemeClr val="bg2">
                    <a:lumMod val="50000"/>
                  </a:schemeClr>
                </a:solidFill>
                <a:effectLst/>
              </a:rPr>
              <a:t>Leslie Leroy Irvin</a:t>
            </a:r>
          </a:p>
        </p:txBody>
      </p:sp>
      <p:sp>
        <p:nvSpPr>
          <p:cNvPr id="160771" name="Rectangle 3"/>
          <p:cNvSpPr>
            <a:spLocks noGrp="1" noRot="1" noChangeArrowheads="1"/>
          </p:cNvSpPr>
          <p:nvPr>
            <p:ph type="body" idx="1"/>
          </p:nvPr>
        </p:nvSpPr>
        <p:spPr>
          <a:xfrm>
            <a:off x="301625" y="1676400"/>
            <a:ext cx="5565775" cy="2400300"/>
          </a:xfrm>
          <a:solidFill>
            <a:schemeClr val="tx1">
              <a:alpha val="50000"/>
            </a:schemeClr>
          </a:solidFill>
        </p:spPr>
        <p:txBody>
          <a:bodyPr/>
          <a:lstStyle/>
          <a:p>
            <a:pPr eaLnBrk="1" hangingPunct="1">
              <a:defRPr/>
            </a:pPr>
            <a:r>
              <a:rPr lang="hu-HU">
                <a:solidFill>
                  <a:schemeClr val="bg2">
                    <a:lumMod val="50000"/>
                  </a:schemeClr>
                </a:solidFill>
                <a:effectLst/>
              </a:rPr>
              <a:t>1895-1966</a:t>
            </a:r>
          </a:p>
          <a:p>
            <a:pPr eaLnBrk="1" hangingPunct="1">
              <a:defRPr/>
            </a:pPr>
            <a:r>
              <a:rPr lang="hu-HU">
                <a:solidFill>
                  <a:schemeClr val="bg2">
                    <a:lumMod val="50000"/>
                  </a:schemeClr>
                </a:solidFill>
                <a:effectLst/>
              </a:rPr>
              <a:t>Első kézi nyitású ejtőernyő</a:t>
            </a:r>
          </a:p>
          <a:p>
            <a:pPr eaLnBrk="1" hangingPunct="1">
              <a:defRPr/>
            </a:pPr>
            <a:r>
              <a:rPr lang="hu-HU">
                <a:solidFill>
                  <a:schemeClr val="bg2">
                    <a:lumMod val="50000"/>
                  </a:schemeClr>
                </a:solidFill>
                <a:effectLst/>
              </a:rPr>
              <a:t>1919 Első szabadesés</a:t>
            </a:r>
          </a:p>
          <a:p>
            <a:pPr eaLnBrk="1" hangingPunct="1">
              <a:defRPr/>
            </a:pPr>
            <a:r>
              <a:rPr lang="hu-HU">
                <a:solidFill>
                  <a:schemeClr val="bg2">
                    <a:lumMod val="50000"/>
                  </a:schemeClr>
                </a:solidFill>
                <a:effectLst/>
              </a:rPr>
              <a:t>Caterpillar Club</a:t>
            </a:r>
          </a:p>
        </p:txBody>
      </p:sp>
      <p:pic>
        <p:nvPicPr>
          <p:cNvPr id="160774" name="Picture 6" descr="irwin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35375" y="3500438"/>
            <a:ext cx="2058988" cy="3025775"/>
          </a:xfrm>
          <a:prstGeom prst="rect">
            <a:avLst/>
          </a:prstGeom>
          <a:solidFill>
            <a:schemeClr val="tx1">
              <a:alpha val="50000"/>
            </a:schemeClr>
          </a:solidFill>
          <a:ln>
            <a:noFill/>
          </a:ln>
          <a:extLst/>
        </p:spPr>
      </p:pic>
      <p:pic>
        <p:nvPicPr>
          <p:cNvPr id="160775" name="Picture 7" descr="images (11)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56325" y="1628775"/>
            <a:ext cx="2447925" cy="4895850"/>
          </a:xfrm>
          <a:prstGeom prst="rect">
            <a:avLst/>
          </a:prstGeom>
          <a:solidFill>
            <a:schemeClr val="tx1">
              <a:alpha val="50000"/>
            </a:schemeClr>
          </a:solidFill>
          <a:ln>
            <a:noFill/>
          </a:ln>
          <a:extLst/>
        </p:spPr>
      </p:pic>
      <p:pic>
        <p:nvPicPr>
          <p:cNvPr id="160776" name="Picture 8" descr="heveder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57263" y="4005263"/>
            <a:ext cx="2174875" cy="2519362"/>
          </a:xfrm>
          <a:prstGeom prst="rect">
            <a:avLst/>
          </a:prstGeom>
          <a:solidFill>
            <a:schemeClr val="tx1">
              <a:alpha val="50000"/>
            </a:schemeClr>
          </a:solidFill>
          <a:ln>
            <a:noFill/>
          </a:ln>
          <a:extLst/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890" name="Rectangle 2"/>
          <p:cNvSpPr>
            <a:spLocks noGrp="1" noRot="1" noChangeArrowheads="1"/>
          </p:cNvSpPr>
          <p:nvPr>
            <p:ph type="title"/>
          </p:nvPr>
        </p:nvSpPr>
        <p:spPr>
          <a:solidFill>
            <a:schemeClr val="tx1">
              <a:alpha val="50000"/>
            </a:schemeClr>
          </a:solidFill>
        </p:spPr>
        <p:txBody>
          <a:bodyPr/>
          <a:lstStyle/>
          <a:p>
            <a:pPr eaLnBrk="1" hangingPunct="1">
              <a:defRPr/>
            </a:pPr>
            <a:r>
              <a:rPr lang="hu-HU" dirty="0" err="1">
                <a:solidFill>
                  <a:schemeClr val="bg2">
                    <a:lumMod val="50000"/>
                  </a:schemeClr>
                </a:solidFill>
              </a:rPr>
              <a:t>Körkuplolás</a:t>
            </a:r>
            <a:r>
              <a:rPr lang="hu-HU" dirty="0">
                <a:solidFill>
                  <a:schemeClr val="bg2">
                    <a:lumMod val="50000"/>
                  </a:schemeClr>
                </a:solidFill>
              </a:rPr>
              <a:t> rendszerek</a:t>
            </a:r>
          </a:p>
        </p:txBody>
      </p:sp>
      <p:pic>
        <p:nvPicPr>
          <p:cNvPr id="165892" name="Picture 4" descr="DSCF1838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1773" r="33099"/>
          <a:stretch>
            <a:fillRect/>
          </a:stretch>
        </p:blipFill>
        <p:spPr bwMode="auto">
          <a:xfrm>
            <a:off x="611188" y="1700808"/>
            <a:ext cx="2271712" cy="48498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65893" name="Picture 5" descr="DSCF2124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947"/>
          <a:stretch>
            <a:fillRect/>
          </a:stretch>
        </p:blipFill>
        <p:spPr bwMode="auto">
          <a:xfrm>
            <a:off x="2987675" y="1700808"/>
            <a:ext cx="5535613" cy="48244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914" name="Rectangle 2"/>
          <p:cNvSpPr>
            <a:spLocks noGrp="1" noRot="1" noChangeArrowheads="1"/>
          </p:cNvSpPr>
          <p:nvPr>
            <p:ph type="title"/>
          </p:nvPr>
        </p:nvSpPr>
        <p:spPr>
          <a:solidFill>
            <a:schemeClr val="tx1">
              <a:alpha val="50000"/>
            </a:schemeClr>
          </a:solidFill>
        </p:spPr>
        <p:txBody>
          <a:bodyPr/>
          <a:lstStyle/>
          <a:p>
            <a:pPr eaLnBrk="1" hangingPunct="1">
              <a:defRPr/>
            </a:pPr>
            <a:r>
              <a:rPr lang="hu-HU" sz="4000" dirty="0" err="1">
                <a:solidFill>
                  <a:schemeClr val="bg2">
                    <a:lumMod val="50000"/>
                  </a:schemeClr>
                </a:solidFill>
              </a:rPr>
              <a:t>Körkuplolás</a:t>
            </a:r>
            <a:r>
              <a:rPr lang="hu-HU" sz="4000" dirty="0">
                <a:solidFill>
                  <a:schemeClr val="bg2">
                    <a:lumMod val="50000"/>
                  </a:schemeClr>
                </a:solidFill>
              </a:rPr>
              <a:t> ernyő nyílási folyamata</a:t>
            </a:r>
          </a:p>
        </p:txBody>
      </p:sp>
      <p:pic>
        <p:nvPicPr>
          <p:cNvPr id="166919" name="Picture 7" descr="Ejtoernyos kc06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1188" y="1844675"/>
            <a:ext cx="3876675" cy="41036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66920" name="Picture 8" descr="Ejtoernyos kc05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16463" y="1844675"/>
            <a:ext cx="3768725" cy="4105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42" name="Rectangle 2"/>
          <p:cNvSpPr>
            <a:spLocks noGrp="1" noRot="1" noChangeArrowheads="1"/>
          </p:cNvSpPr>
          <p:nvPr>
            <p:ph type="title"/>
          </p:nvPr>
        </p:nvSpPr>
        <p:spPr>
          <a:solidFill>
            <a:schemeClr val="tx1">
              <a:alpha val="50000"/>
            </a:schemeClr>
          </a:solidFill>
        </p:spPr>
        <p:txBody>
          <a:bodyPr/>
          <a:lstStyle/>
          <a:p>
            <a:pPr eaLnBrk="1" hangingPunct="1">
              <a:defRPr/>
            </a:pPr>
            <a:r>
              <a:rPr lang="hu-HU" sz="4000" dirty="0">
                <a:solidFill>
                  <a:schemeClr val="bg2">
                    <a:lumMod val="50000"/>
                  </a:schemeClr>
                </a:solidFill>
              </a:rPr>
              <a:t>Paplanernyők – Légcellás ejtőernyők</a:t>
            </a:r>
          </a:p>
        </p:txBody>
      </p:sp>
      <p:sp>
        <p:nvSpPr>
          <p:cNvPr id="163843" name="Rectangle 3"/>
          <p:cNvSpPr>
            <a:spLocks noGrp="1" noRot="1" noChangeArrowheads="1"/>
          </p:cNvSpPr>
          <p:nvPr>
            <p:ph type="body" idx="1"/>
          </p:nvPr>
        </p:nvSpPr>
        <p:spPr>
          <a:xfrm>
            <a:off x="301625" y="1748408"/>
            <a:ext cx="4342383" cy="1464568"/>
          </a:xfrm>
          <a:solidFill>
            <a:schemeClr val="tx1">
              <a:alpha val="50000"/>
            </a:schemeClr>
          </a:solidFill>
        </p:spPr>
        <p:txBody>
          <a:bodyPr/>
          <a:lstStyle/>
          <a:p>
            <a:pPr eaLnBrk="1" hangingPunct="1">
              <a:defRPr/>
            </a:pPr>
            <a:r>
              <a:rPr lang="hu-HU" dirty="0" err="1">
                <a:solidFill>
                  <a:schemeClr val="bg2">
                    <a:lumMod val="50000"/>
                  </a:schemeClr>
                </a:solidFill>
              </a:rPr>
              <a:t>Domina</a:t>
            </a:r>
            <a:r>
              <a:rPr lang="hu-HU" dirty="0">
                <a:solidFill>
                  <a:schemeClr val="bg2">
                    <a:lumMod val="50000"/>
                  </a:schemeClr>
                </a:solidFill>
              </a:rPr>
              <a:t> </a:t>
            </a:r>
            <a:r>
              <a:rPr lang="hu-HU" dirty="0" err="1">
                <a:solidFill>
                  <a:schemeClr val="bg2">
                    <a:lumMod val="50000"/>
                  </a:schemeClr>
                </a:solidFill>
              </a:rPr>
              <a:t>Jalbert</a:t>
            </a:r>
            <a:endParaRPr lang="hu-HU" dirty="0">
              <a:solidFill>
                <a:schemeClr val="bg2">
                  <a:lumMod val="50000"/>
                </a:schemeClr>
              </a:solidFill>
            </a:endParaRPr>
          </a:p>
          <a:p>
            <a:pPr eaLnBrk="1" hangingPunct="1">
              <a:defRPr/>
            </a:pPr>
            <a:r>
              <a:rPr lang="hu-HU" dirty="0">
                <a:solidFill>
                  <a:schemeClr val="bg2">
                    <a:lumMod val="50000"/>
                  </a:schemeClr>
                </a:solidFill>
              </a:rPr>
              <a:t>1957-63 „</a:t>
            </a:r>
            <a:r>
              <a:rPr lang="hu-HU" dirty="0" err="1">
                <a:solidFill>
                  <a:schemeClr val="bg2">
                    <a:lumMod val="50000"/>
                  </a:schemeClr>
                </a:solidFill>
              </a:rPr>
              <a:t>parafoil</a:t>
            </a:r>
            <a:r>
              <a:rPr lang="hu-HU" dirty="0">
                <a:solidFill>
                  <a:schemeClr val="bg2">
                    <a:lumMod val="50000"/>
                  </a:schemeClr>
                </a:solidFill>
              </a:rPr>
              <a:t>”</a:t>
            </a:r>
          </a:p>
        </p:txBody>
      </p:sp>
      <p:pic>
        <p:nvPicPr>
          <p:cNvPr id="163844" name="Picture 4" descr="letöltés (1)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941" r="2405"/>
          <a:stretch>
            <a:fillRect/>
          </a:stretch>
        </p:blipFill>
        <p:spPr bwMode="auto">
          <a:xfrm>
            <a:off x="4897438" y="1700213"/>
            <a:ext cx="3778250" cy="4537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63845" name="Picture 5" descr="719px-Jalbert2_01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6725" y="2924175"/>
            <a:ext cx="3960813" cy="33004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866" name="Rectangle 2"/>
          <p:cNvSpPr>
            <a:spLocks noGrp="1" noRot="1" noChangeArrowheads="1"/>
          </p:cNvSpPr>
          <p:nvPr>
            <p:ph type="title"/>
          </p:nvPr>
        </p:nvSpPr>
        <p:spPr>
          <a:xfrm>
            <a:off x="301625" y="228600"/>
            <a:ext cx="8511410" cy="1325563"/>
          </a:xfrm>
          <a:solidFill>
            <a:schemeClr val="tx1">
              <a:alpha val="50000"/>
            </a:schemeClr>
          </a:solidFill>
        </p:spPr>
        <p:txBody>
          <a:bodyPr/>
          <a:lstStyle/>
          <a:p>
            <a:pPr eaLnBrk="1" hangingPunct="1">
              <a:defRPr/>
            </a:pPr>
            <a:r>
              <a:rPr lang="hu-HU" dirty="0">
                <a:solidFill>
                  <a:schemeClr val="bg2">
                    <a:lumMod val="50000"/>
                  </a:schemeClr>
                </a:solidFill>
              </a:rPr>
              <a:t>Bill Both</a:t>
            </a:r>
          </a:p>
        </p:txBody>
      </p:sp>
      <p:sp>
        <p:nvSpPr>
          <p:cNvPr id="164867" name="Rectangle 3"/>
          <p:cNvSpPr>
            <a:spLocks noGrp="1" noRot="1" noChangeArrowheads="1"/>
          </p:cNvSpPr>
          <p:nvPr>
            <p:ph type="body" idx="1"/>
          </p:nvPr>
        </p:nvSpPr>
        <p:spPr>
          <a:xfrm>
            <a:off x="301625" y="1676400"/>
            <a:ext cx="5134471" cy="2473325"/>
          </a:xfrm>
          <a:solidFill>
            <a:schemeClr val="tx1">
              <a:alpha val="50000"/>
            </a:schemeClr>
          </a:solidFill>
        </p:spPr>
        <p:txBody>
          <a:bodyPr/>
          <a:lstStyle/>
          <a:p>
            <a:pPr eaLnBrk="1" hangingPunct="1">
              <a:defRPr/>
            </a:pPr>
            <a:r>
              <a:rPr lang="hu-HU" dirty="0">
                <a:solidFill>
                  <a:schemeClr val="bg2">
                    <a:lumMod val="50000"/>
                  </a:schemeClr>
                </a:solidFill>
              </a:rPr>
              <a:t>Három karikás </a:t>
            </a:r>
            <a:r>
              <a:rPr lang="hu-HU" dirty="0" err="1">
                <a:solidFill>
                  <a:schemeClr val="bg2">
                    <a:lumMod val="50000"/>
                  </a:schemeClr>
                </a:solidFill>
              </a:rPr>
              <a:t>leoldózár</a:t>
            </a:r>
            <a:endParaRPr lang="hu-HU" dirty="0">
              <a:solidFill>
                <a:schemeClr val="bg2">
                  <a:lumMod val="50000"/>
                </a:schemeClr>
              </a:solidFill>
            </a:endParaRPr>
          </a:p>
          <a:p>
            <a:pPr eaLnBrk="1" hangingPunct="1">
              <a:defRPr/>
            </a:pPr>
            <a:r>
              <a:rPr lang="hu-HU" dirty="0">
                <a:solidFill>
                  <a:schemeClr val="bg2">
                    <a:lumMod val="50000"/>
                  </a:schemeClr>
                </a:solidFill>
              </a:rPr>
              <a:t>RSL szalag</a:t>
            </a:r>
          </a:p>
          <a:p>
            <a:pPr eaLnBrk="1" hangingPunct="1">
              <a:defRPr/>
            </a:pPr>
            <a:r>
              <a:rPr lang="hu-HU" dirty="0">
                <a:solidFill>
                  <a:schemeClr val="bg2">
                    <a:lumMod val="50000"/>
                  </a:schemeClr>
                </a:solidFill>
              </a:rPr>
              <a:t>Vektor tok</a:t>
            </a:r>
          </a:p>
          <a:p>
            <a:pPr eaLnBrk="1" hangingPunct="1">
              <a:defRPr/>
            </a:pPr>
            <a:r>
              <a:rPr lang="hu-HU" dirty="0">
                <a:solidFill>
                  <a:schemeClr val="bg2">
                    <a:lumMod val="50000"/>
                  </a:schemeClr>
                </a:solidFill>
              </a:rPr>
              <a:t>Stb.</a:t>
            </a:r>
          </a:p>
          <a:p>
            <a:pPr eaLnBrk="1" hangingPunct="1">
              <a:buFont typeface="Wingdings" pitchFamily="2" charset="2"/>
              <a:buNone/>
              <a:defRPr/>
            </a:pPr>
            <a:endParaRPr lang="hu-HU" dirty="0">
              <a:solidFill>
                <a:schemeClr val="bg2">
                  <a:lumMod val="50000"/>
                </a:schemeClr>
              </a:solidFill>
            </a:endParaRPr>
          </a:p>
        </p:txBody>
      </p:sp>
      <p:pic>
        <p:nvPicPr>
          <p:cNvPr id="24580" name="Picture 4" descr="Booth,-Bill-after-trandem-photoby-NancyDwyer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67400" y="1773238"/>
            <a:ext cx="2794000" cy="4457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64871" name="Picture 7" descr="220px-3Ring_release_animation"/>
          <p:cNvPicPr>
            <a:picLocks noChangeAspect="1" noChangeArrowheads="1" noCrop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91880" y="2414588"/>
            <a:ext cx="1909762" cy="3816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962" name="Rectangle 2"/>
          <p:cNvSpPr>
            <a:spLocks noGrp="1" noRot="1" noChangeArrowheads="1"/>
          </p:cNvSpPr>
          <p:nvPr>
            <p:ph type="title"/>
          </p:nvPr>
        </p:nvSpPr>
        <p:spPr>
          <a:solidFill>
            <a:schemeClr val="tx1">
              <a:alpha val="50000"/>
            </a:schemeClr>
          </a:solidFill>
        </p:spPr>
        <p:txBody>
          <a:bodyPr/>
          <a:lstStyle/>
          <a:p>
            <a:pPr eaLnBrk="1" hangingPunct="1">
              <a:defRPr/>
            </a:pPr>
            <a:r>
              <a:rPr lang="hu-HU">
                <a:solidFill>
                  <a:schemeClr val="bg2">
                    <a:lumMod val="50000"/>
                  </a:schemeClr>
                </a:solidFill>
                <a:effectLst/>
              </a:rPr>
              <a:t>4. Sport ejtőernyőzés</a:t>
            </a:r>
          </a:p>
        </p:txBody>
      </p:sp>
      <p:sp>
        <p:nvSpPr>
          <p:cNvPr id="168963" name="Rectangle 3"/>
          <p:cNvSpPr>
            <a:spLocks noGrp="1" noRot="1" noChangeArrowheads="1"/>
          </p:cNvSpPr>
          <p:nvPr>
            <p:ph type="body" idx="1"/>
          </p:nvPr>
        </p:nvSpPr>
        <p:spPr>
          <a:xfrm>
            <a:off x="301625" y="1676400"/>
            <a:ext cx="8540750" cy="2473325"/>
          </a:xfrm>
          <a:solidFill>
            <a:schemeClr val="tx1">
              <a:alpha val="50000"/>
            </a:schemeClr>
          </a:solidFill>
        </p:spPr>
        <p:txBody>
          <a:bodyPr/>
          <a:lstStyle/>
          <a:p>
            <a:pPr eaLnBrk="1" hangingPunct="1">
              <a:defRPr/>
            </a:pPr>
            <a:r>
              <a:rPr lang="hu-HU">
                <a:solidFill>
                  <a:schemeClr val="bg2">
                    <a:lumMod val="50000"/>
                  </a:schemeClr>
                </a:solidFill>
                <a:effectLst/>
              </a:rPr>
              <a:t>Célba ugrás</a:t>
            </a:r>
          </a:p>
          <a:p>
            <a:pPr eaLnBrk="1" hangingPunct="1">
              <a:defRPr/>
            </a:pPr>
            <a:r>
              <a:rPr lang="hu-HU">
                <a:solidFill>
                  <a:schemeClr val="bg2">
                    <a:lumMod val="50000"/>
                  </a:schemeClr>
                </a:solidFill>
                <a:effectLst/>
              </a:rPr>
              <a:t>SWOOP</a:t>
            </a:r>
          </a:p>
          <a:p>
            <a:pPr eaLnBrk="1" hangingPunct="1">
              <a:defRPr/>
            </a:pPr>
            <a:r>
              <a:rPr lang="hu-HU">
                <a:solidFill>
                  <a:schemeClr val="bg2">
                    <a:lumMod val="50000"/>
                  </a:schemeClr>
                </a:solidFill>
                <a:effectLst/>
              </a:rPr>
              <a:t>Távolsági versenyek</a:t>
            </a:r>
          </a:p>
          <a:p>
            <a:pPr eaLnBrk="1" hangingPunct="1">
              <a:defRPr/>
            </a:pPr>
            <a:r>
              <a:rPr lang="hu-HU">
                <a:solidFill>
                  <a:schemeClr val="bg2">
                    <a:lumMod val="50000"/>
                  </a:schemeClr>
                </a:solidFill>
                <a:effectLst/>
              </a:rPr>
              <a:t>Kupola formaugrás</a:t>
            </a:r>
          </a:p>
          <a:p>
            <a:pPr eaLnBrk="1" hangingPunct="1">
              <a:defRPr/>
            </a:pPr>
            <a:endParaRPr lang="hu-HU">
              <a:solidFill>
                <a:schemeClr val="bg2">
                  <a:lumMod val="50000"/>
                </a:schemeClr>
              </a:solidFill>
              <a:effectLst/>
            </a:endParaRPr>
          </a:p>
          <a:p>
            <a:pPr eaLnBrk="1" hangingPunct="1">
              <a:defRPr/>
            </a:pPr>
            <a:endParaRPr lang="hu-HU">
              <a:solidFill>
                <a:schemeClr val="bg2">
                  <a:lumMod val="50000"/>
                </a:schemeClr>
              </a:solidFill>
              <a:effectLst/>
            </a:endParaRPr>
          </a:p>
        </p:txBody>
      </p:sp>
      <p:pic>
        <p:nvPicPr>
          <p:cNvPr id="168964" name="Picture 4" descr="parachutes1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80063" y="1268413"/>
            <a:ext cx="2328862" cy="2808287"/>
          </a:xfrm>
          <a:prstGeom prst="rect">
            <a:avLst/>
          </a:prstGeom>
          <a:solidFill>
            <a:schemeClr val="tx1">
              <a:alpha val="50000"/>
            </a:schemeClr>
          </a:solidFill>
          <a:ln>
            <a:noFill/>
          </a:ln>
          <a:extLst/>
        </p:spPr>
      </p:pic>
      <p:sp>
        <p:nvSpPr>
          <p:cNvPr id="168965" name="Rectangle 5"/>
          <p:cNvSpPr>
            <a:spLocks noRot="1" noChangeArrowheads="1"/>
          </p:cNvSpPr>
          <p:nvPr/>
        </p:nvSpPr>
        <p:spPr bwMode="auto">
          <a:xfrm>
            <a:off x="4140200" y="4365625"/>
            <a:ext cx="4846638" cy="2232025"/>
          </a:xfrm>
          <a:prstGeom prst="rect">
            <a:avLst/>
          </a:prstGeom>
          <a:solidFill>
            <a:schemeClr val="tx1">
              <a:alpha val="50000"/>
            </a:schemeClr>
          </a:solidFill>
          <a:ln w="9525">
            <a:noFill/>
            <a:miter lim="800000"/>
            <a:headEnd/>
            <a:tailEnd/>
          </a:ln>
          <a:effectLst/>
        </p:spPr>
        <p:txBody>
          <a:bodyPr/>
          <a:lstStyle/>
          <a:p>
            <a:pPr marL="342900" indent="-342900">
              <a:spcBef>
                <a:spcPct val="20000"/>
              </a:spcBef>
              <a:buClr>
                <a:schemeClr val="hlink"/>
              </a:buClr>
              <a:buFont typeface="Wingdings" pitchFamily="2" charset="2"/>
              <a:buChar char="§"/>
              <a:defRPr/>
            </a:pPr>
            <a:r>
              <a:rPr lang="hu-HU" sz="3200">
                <a:solidFill>
                  <a:schemeClr val="bg2">
                    <a:lumMod val="50000"/>
                  </a:schemeClr>
                </a:solidFill>
              </a:rPr>
              <a:t>Formaugrás (RW)</a:t>
            </a:r>
          </a:p>
          <a:p>
            <a:pPr marL="342900" indent="-342900">
              <a:spcBef>
                <a:spcPct val="20000"/>
              </a:spcBef>
              <a:buClr>
                <a:schemeClr val="hlink"/>
              </a:buClr>
              <a:buFont typeface="Wingdings" pitchFamily="2" charset="2"/>
              <a:buChar char="§"/>
              <a:defRPr/>
            </a:pPr>
            <a:r>
              <a:rPr lang="hu-HU" sz="3200">
                <a:solidFill>
                  <a:schemeClr val="bg2">
                    <a:lumMod val="50000"/>
                  </a:schemeClr>
                </a:solidFill>
              </a:rPr>
              <a:t>FreeFly, VRV</a:t>
            </a:r>
          </a:p>
          <a:p>
            <a:pPr marL="342900" indent="-342900">
              <a:spcBef>
                <a:spcPct val="20000"/>
              </a:spcBef>
              <a:buClr>
                <a:schemeClr val="hlink"/>
              </a:buClr>
              <a:buFont typeface="Wingdings" pitchFamily="2" charset="2"/>
              <a:buChar char="§"/>
              <a:defRPr/>
            </a:pPr>
            <a:r>
              <a:rPr lang="hu-HU" sz="3200">
                <a:solidFill>
                  <a:schemeClr val="bg2">
                    <a:lumMod val="50000"/>
                  </a:schemeClr>
                </a:solidFill>
              </a:rPr>
              <a:t>Freestyle</a:t>
            </a:r>
          </a:p>
          <a:p>
            <a:pPr marL="342900" indent="-342900">
              <a:spcBef>
                <a:spcPct val="20000"/>
              </a:spcBef>
              <a:buClr>
                <a:schemeClr val="hlink"/>
              </a:buClr>
              <a:buFont typeface="Wingdings" pitchFamily="2" charset="2"/>
              <a:buChar char="§"/>
              <a:defRPr/>
            </a:pPr>
            <a:r>
              <a:rPr lang="hu-HU" sz="3200">
                <a:solidFill>
                  <a:schemeClr val="bg2">
                    <a:lumMod val="50000"/>
                  </a:schemeClr>
                </a:solidFill>
              </a:rPr>
              <a:t>Wingsuit</a:t>
            </a:r>
          </a:p>
        </p:txBody>
      </p:sp>
      <p:pic>
        <p:nvPicPr>
          <p:cNvPr id="168966" name="Picture 6" descr="13052-1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8313" y="4206875"/>
            <a:ext cx="3384550" cy="2390775"/>
          </a:xfrm>
          <a:prstGeom prst="rect">
            <a:avLst/>
          </a:prstGeom>
          <a:solidFill>
            <a:schemeClr val="tx1">
              <a:alpha val="50000"/>
            </a:schemeClr>
          </a:solidFill>
          <a:ln>
            <a:noFill/>
          </a:ln>
          <a:extLst/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986" name="Rectangle 2"/>
          <p:cNvSpPr>
            <a:spLocks noGrp="1" noRot="1" noChangeArrowheads="1"/>
          </p:cNvSpPr>
          <p:nvPr>
            <p:ph type="title"/>
          </p:nvPr>
        </p:nvSpPr>
        <p:spPr>
          <a:xfrm>
            <a:off x="2843808" y="692696"/>
            <a:ext cx="6120680" cy="1325563"/>
          </a:xfrm>
        </p:spPr>
        <p:txBody>
          <a:bodyPr/>
          <a:lstStyle/>
          <a:p>
            <a:pPr eaLnBrk="1" hangingPunct="1">
              <a:defRPr/>
            </a:pPr>
            <a:r>
              <a:rPr lang="hu-HU" dirty="0">
                <a:solidFill>
                  <a:schemeClr val="bg2">
                    <a:lumMod val="50000"/>
                  </a:schemeClr>
                </a:solidFill>
              </a:rPr>
              <a:t>Köszönöm a figyelmet!</a:t>
            </a:r>
          </a:p>
        </p:txBody>
      </p:sp>
      <p:sp>
        <p:nvSpPr>
          <p:cNvPr id="169989" name="Rectangle 5"/>
          <p:cNvSpPr>
            <a:spLocks noRot="1" noChangeArrowheads="1"/>
          </p:cNvSpPr>
          <p:nvPr/>
        </p:nvSpPr>
        <p:spPr bwMode="auto">
          <a:xfrm>
            <a:off x="299233" y="5849937"/>
            <a:ext cx="8510588" cy="10080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anchor="ctr"/>
          <a:lstStyle/>
          <a:p>
            <a:pPr algn="ctr">
              <a:defRPr/>
            </a:pPr>
            <a:r>
              <a:rPr lang="hu-HU" sz="2000" dirty="0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hlinkClick r:id="rId2"/>
              </a:rPr>
              <a:t>http://www.youtube.com/watch?v=I4U6T_BB1N8</a:t>
            </a:r>
            <a:r>
              <a:rPr lang="hu-HU" sz="2000" dirty="0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/>
            </a:r>
            <a:br>
              <a:rPr lang="hu-HU" sz="2000" dirty="0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</a:br>
            <a:r>
              <a:rPr lang="hu-HU" sz="2000" dirty="0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hlinkClick r:id="rId3"/>
              </a:rPr>
              <a:t>http://www.youtube.com/watch?v=TWfph3iNC-k&amp;list=PL489803A33C1FFA5E&amp;index=9</a:t>
            </a:r>
            <a:r>
              <a:rPr lang="hu-HU" sz="2000" dirty="0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 </a:t>
            </a:r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75656" y="2368688"/>
            <a:ext cx="6192688" cy="348124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Égbolt">
  <a:themeElements>
    <a:clrScheme name="Égbolt 1">
      <a:dk1>
        <a:srgbClr val="4D4D4D"/>
      </a:dk1>
      <a:lt1>
        <a:srgbClr val="FFFFFF"/>
      </a:lt1>
      <a:dk2>
        <a:srgbClr val="0000A4"/>
      </a:dk2>
      <a:lt2>
        <a:srgbClr val="B7E7FF"/>
      </a:lt2>
      <a:accent1>
        <a:srgbClr val="0099CC"/>
      </a:accent1>
      <a:accent2>
        <a:srgbClr val="00CC99"/>
      </a:accent2>
      <a:accent3>
        <a:srgbClr val="AAAACF"/>
      </a:accent3>
      <a:accent4>
        <a:srgbClr val="DADADA"/>
      </a:accent4>
      <a:accent5>
        <a:srgbClr val="AACAE2"/>
      </a:accent5>
      <a:accent6>
        <a:srgbClr val="00B98A"/>
      </a:accent6>
      <a:hlink>
        <a:srgbClr val="FFCC00"/>
      </a:hlink>
      <a:folHlink>
        <a:srgbClr val="EE941C"/>
      </a:folHlink>
    </a:clrScheme>
    <a:fontScheme name="Égbolt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Égbolt 1">
        <a:dk1>
          <a:srgbClr val="4D4D4D"/>
        </a:dk1>
        <a:lt1>
          <a:srgbClr val="FFFFFF"/>
        </a:lt1>
        <a:dk2>
          <a:srgbClr val="0000A4"/>
        </a:dk2>
        <a:lt2>
          <a:srgbClr val="B7E7FF"/>
        </a:lt2>
        <a:accent1>
          <a:srgbClr val="0099CC"/>
        </a:accent1>
        <a:accent2>
          <a:srgbClr val="00CC99"/>
        </a:accent2>
        <a:accent3>
          <a:srgbClr val="AAAACF"/>
        </a:accent3>
        <a:accent4>
          <a:srgbClr val="DADADA"/>
        </a:accent4>
        <a:accent5>
          <a:srgbClr val="AACAE2"/>
        </a:accent5>
        <a:accent6>
          <a:srgbClr val="00B98A"/>
        </a:accent6>
        <a:hlink>
          <a:srgbClr val="FFCC00"/>
        </a:hlink>
        <a:folHlink>
          <a:srgbClr val="EE941C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Égbolt 2">
        <a:dk1>
          <a:srgbClr val="000066"/>
        </a:dk1>
        <a:lt1>
          <a:srgbClr val="FFFFFF"/>
        </a:lt1>
        <a:dk2>
          <a:srgbClr val="00A2DC"/>
        </a:dk2>
        <a:lt2>
          <a:srgbClr val="FFFFFF"/>
        </a:lt2>
        <a:accent1>
          <a:srgbClr val="0079A4"/>
        </a:accent1>
        <a:accent2>
          <a:srgbClr val="33CCCC"/>
        </a:accent2>
        <a:accent3>
          <a:srgbClr val="AACEEB"/>
        </a:accent3>
        <a:accent4>
          <a:srgbClr val="DADADA"/>
        </a:accent4>
        <a:accent5>
          <a:srgbClr val="AABECF"/>
        </a:accent5>
        <a:accent6>
          <a:srgbClr val="2DB9B9"/>
        </a:accent6>
        <a:hlink>
          <a:srgbClr val="FFFFCC"/>
        </a:hlink>
        <a:folHlink>
          <a:srgbClr val="FFCC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Égbolt 3">
        <a:dk1>
          <a:srgbClr val="010199"/>
        </a:dk1>
        <a:lt1>
          <a:srgbClr val="FFFFFF"/>
        </a:lt1>
        <a:dk2>
          <a:srgbClr val="000092"/>
        </a:dk2>
        <a:lt2>
          <a:srgbClr val="CCFFFF"/>
        </a:lt2>
        <a:accent1>
          <a:srgbClr val="66CCFF"/>
        </a:accent1>
        <a:accent2>
          <a:srgbClr val="2EBDBA"/>
        </a:accent2>
        <a:accent3>
          <a:srgbClr val="AAAAC7"/>
        </a:accent3>
        <a:accent4>
          <a:srgbClr val="DADADA"/>
        </a:accent4>
        <a:accent5>
          <a:srgbClr val="B8E2FF"/>
        </a:accent5>
        <a:accent6>
          <a:srgbClr val="29ABA8"/>
        </a:accent6>
        <a:hlink>
          <a:srgbClr val="66FFFF"/>
        </a:hlink>
        <a:folHlink>
          <a:srgbClr val="CC99FF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Égbolt 4">
        <a:dk1>
          <a:srgbClr val="000000"/>
        </a:dk1>
        <a:lt1>
          <a:srgbClr val="FFFFFF"/>
        </a:lt1>
        <a:dk2>
          <a:srgbClr val="006A67"/>
        </a:dk2>
        <a:lt2>
          <a:srgbClr val="FFFFCC"/>
        </a:lt2>
        <a:accent1>
          <a:srgbClr val="33CCCC"/>
        </a:accent1>
        <a:accent2>
          <a:srgbClr val="6D6FC7"/>
        </a:accent2>
        <a:accent3>
          <a:srgbClr val="AAB9B8"/>
        </a:accent3>
        <a:accent4>
          <a:srgbClr val="DADADA"/>
        </a:accent4>
        <a:accent5>
          <a:srgbClr val="ADE2E2"/>
        </a:accent5>
        <a:accent6>
          <a:srgbClr val="6264B4"/>
        </a:accent6>
        <a:hlink>
          <a:srgbClr val="00FFFF"/>
        </a:hlink>
        <a:folHlink>
          <a:srgbClr val="00CC6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Égbolt 5">
        <a:dk1>
          <a:srgbClr val="4D4D4D"/>
        </a:dk1>
        <a:lt1>
          <a:srgbClr val="FFFFFF"/>
        </a:lt1>
        <a:dk2>
          <a:srgbClr val="650BB7"/>
        </a:dk2>
        <a:lt2>
          <a:srgbClr val="FFFFFF"/>
        </a:lt2>
        <a:accent1>
          <a:srgbClr val="FF66FF"/>
        </a:accent1>
        <a:accent2>
          <a:srgbClr val="666699"/>
        </a:accent2>
        <a:accent3>
          <a:srgbClr val="B8AAD8"/>
        </a:accent3>
        <a:accent4>
          <a:srgbClr val="DADADA"/>
        </a:accent4>
        <a:accent5>
          <a:srgbClr val="FFB8FF"/>
        </a:accent5>
        <a:accent6>
          <a:srgbClr val="5C5C8A"/>
        </a:accent6>
        <a:hlink>
          <a:srgbClr val="E9E9FF"/>
        </a:hlink>
        <a:folHlink>
          <a:srgbClr val="CCECFF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Égbolt 6">
        <a:dk1>
          <a:srgbClr val="FFFFFF"/>
        </a:dk1>
        <a:lt1>
          <a:srgbClr val="FFFFFF"/>
        </a:lt1>
        <a:dk2>
          <a:srgbClr val="005000"/>
        </a:dk2>
        <a:lt2>
          <a:srgbClr val="DCEAAE"/>
        </a:lt2>
        <a:accent1>
          <a:srgbClr val="99CC00"/>
        </a:accent1>
        <a:accent2>
          <a:srgbClr val="6F801A"/>
        </a:accent2>
        <a:accent3>
          <a:srgbClr val="AAB3AA"/>
        </a:accent3>
        <a:accent4>
          <a:srgbClr val="DADADA"/>
        </a:accent4>
        <a:accent5>
          <a:srgbClr val="CAE2AA"/>
        </a:accent5>
        <a:accent6>
          <a:srgbClr val="647316"/>
        </a:accent6>
        <a:hlink>
          <a:srgbClr val="FFFFCC"/>
        </a:hlink>
        <a:folHlink>
          <a:srgbClr val="CCCC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Égbolt 7">
        <a:dk1>
          <a:srgbClr val="4F4F77"/>
        </a:dk1>
        <a:lt1>
          <a:srgbClr val="FFFFFF"/>
        </a:lt1>
        <a:dk2>
          <a:srgbClr val="7979A5"/>
        </a:dk2>
        <a:lt2>
          <a:srgbClr val="F3F3FF"/>
        </a:lt2>
        <a:accent1>
          <a:srgbClr val="5D5D8B"/>
        </a:accent1>
        <a:accent2>
          <a:srgbClr val="66CCFF"/>
        </a:accent2>
        <a:accent3>
          <a:srgbClr val="BEBECF"/>
        </a:accent3>
        <a:accent4>
          <a:srgbClr val="DADADA"/>
        </a:accent4>
        <a:accent5>
          <a:srgbClr val="B6B6C4"/>
        </a:accent5>
        <a:accent6>
          <a:srgbClr val="5CB9E7"/>
        </a:accent6>
        <a:hlink>
          <a:srgbClr val="CCECFF"/>
        </a:hlink>
        <a:folHlink>
          <a:srgbClr val="FFFFCC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Égbolt 8">
        <a:dk1>
          <a:srgbClr val="000000"/>
        </a:dk1>
        <a:lt1>
          <a:srgbClr val="B9B9B9"/>
        </a:lt1>
        <a:dk2>
          <a:srgbClr val="8A8472"/>
        </a:dk2>
        <a:lt2>
          <a:srgbClr val="4D4D4D"/>
        </a:lt2>
        <a:accent1>
          <a:srgbClr val="EDEEE2"/>
        </a:accent1>
        <a:accent2>
          <a:srgbClr val="7FAA7E"/>
        </a:accent2>
        <a:accent3>
          <a:srgbClr val="D9D9D9"/>
        </a:accent3>
        <a:accent4>
          <a:srgbClr val="000000"/>
        </a:accent4>
        <a:accent5>
          <a:srgbClr val="F4F5EE"/>
        </a:accent5>
        <a:accent6>
          <a:srgbClr val="729A72"/>
        </a:accent6>
        <a:hlink>
          <a:srgbClr val="008000"/>
        </a:hlink>
        <a:folHlink>
          <a:srgbClr val="9894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Égbolt 9">
        <a:dk1>
          <a:srgbClr val="000000"/>
        </a:dk1>
        <a:lt1>
          <a:srgbClr val="FEA24E"/>
        </a:lt1>
        <a:dk2>
          <a:srgbClr val="CC6600"/>
        </a:dk2>
        <a:lt2>
          <a:srgbClr val="808080"/>
        </a:lt2>
        <a:accent1>
          <a:srgbClr val="FBEECD"/>
        </a:accent1>
        <a:accent2>
          <a:srgbClr val="ECD044"/>
        </a:accent2>
        <a:accent3>
          <a:srgbClr val="FECEB2"/>
        </a:accent3>
        <a:accent4>
          <a:srgbClr val="000000"/>
        </a:accent4>
        <a:accent5>
          <a:srgbClr val="FDF5E3"/>
        </a:accent5>
        <a:accent6>
          <a:srgbClr val="D6BC3D"/>
        </a:accent6>
        <a:hlink>
          <a:srgbClr val="E42B00"/>
        </a:hlink>
        <a:folHlink>
          <a:srgbClr val="996633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4555</TotalTime>
  <Words>535</Words>
  <Application>Microsoft Office PowerPoint</Application>
  <PresentationFormat>Diavetítés a képernyőre (4:3 oldalarány)</PresentationFormat>
  <Paragraphs>91</Paragraphs>
  <Slides>24</Slides>
  <Notes>0</Notes>
  <HiddenSlides>0</HiddenSlides>
  <MMClips>0</MMClips>
  <ScaleCrop>false</ScaleCrop>
  <HeadingPairs>
    <vt:vector size="6" baseType="variant">
      <vt:variant>
        <vt:lpstr>Téma</vt:lpstr>
      </vt:variant>
      <vt:variant>
        <vt:i4>1</vt:i4>
      </vt:variant>
      <vt:variant>
        <vt:lpstr>Beágyazott OLE kiszolgálók</vt:lpstr>
      </vt:variant>
      <vt:variant>
        <vt:i4>0</vt:i4>
      </vt:variant>
      <vt:variant>
        <vt:lpstr>Diacímek</vt:lpstr>
      </vt:variant>
      <vt:variant>
        <vt:i4>24</vt:i4>
      </vt:variant>
    </vt:vector>
  </HeadingPairs>
  <TitlesOfParts>
    <vt:vector size="25" baseType="lpstr">
      <vt:lpstr>Égbolt</vt:lpstr>
      <vt:lpstr>Az ejtőernyőzés elmélete és gyakorlata</vt:lpstr>
      <vt:lpstr>I. Az ejtőernyőzés története</vt:lpstr>
      <vt:lpstr>Kötelező irodalom</vt:lpstr>
      <vt:lpstr>1. Kezdetek (BASE Jumping)</vt:lpstr>
      <vt:lpstr>Roger Bacon és Francesco di Giorgio Martini </vt:lpstr>
      <vt:lpstr>Leonardo Da Vinci</vt:lpstr>
      <vt:lpstr>Verancsics Faustus</vt:lpstr>
      <vt:lpstr>Első ugrások</vt:lpstr>
      <vt:lpstr>Első légi járműből végrehajtott ugrás</vt:lpstr>
      <vt:lpstr>Akiket dobtak</vt:lpstr>
      <vt:lpstr>2. Repülés története</vt:lpstr>
      <vt:lpstr>Levegőnél nehezebb</vt:lpstr>
      <vt:lpstr>Motoros repülés I.</vt:lpstr>
      <vt:lpstr>Motoros repülés II.</vt:lpstr>
      <vt:lpstr>3. Az ejtőernyők típusai</vt:lpstr>
      <vt:lpstr>Ejtőernyő fajták</vt:lpstr>
      <vt:lpstr>Az ejtőernyő fejlődése</vt:lpstr>
      <vt:lpstr>Leslie Leroy Irvin</vt:lpstr>
      <vt:lpstr>Körkuplolás rendszerek</vt:lpstr>
      <vt:lpstr>Körkuplolás ernyő nyílási folyamata</vt:lpstr>
      <vt:lpstr>Paplanernyők – Légcellás ejtőernyők</vt:lpstr>
      <vt:lpstr>Bill Both</vt:lpstr>
      <vt:lpstr>4. Sport ejtőernyőzés</vt:lpstr>
      <vt:lpstr>Köszönöm a figyelmet!</vt:lpstr>
    </vt:vector>
  </TitlesOfParts>
  <Company>SZTE ÁJTK EUTK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1. dia</dc:title>
  <dc:creator>Bárdos Mónika</dc:creator>
  <cp:lastModifiedBy>Csabi</cp:lastModifiedBy>
  <cp:revision>152</cp:revision>
  <dcterms:created xsi:type="dcterms:W3CDTF">2013-02-17T16:09:57Z</dcterms:created>
  <dcterms:modified xsi:type="dcterms:W3CDTF">2015-03-04T14:05:34Z</dcterms:modified>
</cp:coreProperties>
</file>